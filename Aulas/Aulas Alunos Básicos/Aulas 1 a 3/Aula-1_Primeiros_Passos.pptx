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 type="screen4x3"/>
  <p:notesSz cx="6858000" cy="9144000"/>
  <p:embeddedFontLst>
    <p:embeddedFont>
      <p:font typeface="Open Sans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2105025"/>
            <a:ext cx="6858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3812" y="2970907"/>
            <a:ext cx="8804225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Open Sans"/>
              </a:rPr>
              <a:t>Primeiros Passos no Computador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1915" y="3887092"/>
            <a:ext cx="3928169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8F5E8">
                    <a:alpha val="95000"/>
                  </a:srgbClr>
                </a:solidFill>
                <a:latin typeface="Open Sans"/>
              </a:rPr>
              <a:t>Informática Básica - Aula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6039" y="5886450"/>
            <a:ext cx="2219920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8F5E8"/>
                </a:solidFill>
                <a:latin typeface="Open Sans"/>
              </a:rPr>
              <a:t>Projeto de Inclusão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198" y="6219825"/>
            <a:ext cx="1015603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8F5E8"/>
                </a:solidFill>
                <a:latin typeface="Open Sans"/>
              </a:rPr>
              <a:t>CRAS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9334" y="228600"/>
            <a:ext cx="379333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Máquina não morde!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333500"/>
            <a:ext cx="5181600" cy="518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714500"/>
            <a:ext cx="4267200" cy="426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1724025"/>
            <a:ext cx="6096000" cy="424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8750" y="1906041"/>
            <a:ext cx="3022699" cy="3524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FFFFFF"/>
                </a:solidFill>
                <a:latin typeface="Open Sans"/>
              </a:rPr>
              <a:t>Perca o medo de tentar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3075" y="2438400"/>
            <a:ext cx="57340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571750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11031" y="2572642"/>
            <a:ext cx="4650670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O computador é apenas uma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ferramenta para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facilitar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a sua vida.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3075" y="3429000"/>
            <a:ext cx="5734050" cy="838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3552825"/>
            <a:ext cx="276225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11031" y="3562945"/>
            <a:ext cx="4609891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Fique tranquilo: você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não vai quebrar nada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se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clicar no lugar errado.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075" y="4419600"/>
            <a:ext cx="5734050" cy="542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4552950"/>
            <a:ext cx="27622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11031" y="4553247"/>
            <a:ext cx="4917817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Paciência é a chave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de hoje. Vamos no seu ritmo!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3075" y="5191125"/>
            <a:ext cx="5734050" cy="600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67536" y="5353198"/>
            <a:ext cx="5396567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2196F3"/>
                </a:solidFill>
                <a:latin typeface="Open Sans"/>
              </a:rPr>
              <a:t>Lembre-se: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Todo mundo começou do zero. Você consegue!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8309" y="228600"/>
            <a:ext cx="495538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Ligar e Desligar (O jeito certo)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14525"/>
            <a:ext cx="6629400" cy="3857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9960" y="2100857"/>
            <a:ext cx="1905000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O botão mágico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705100"/>
            <a:ext cx="285750" cy="238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2686050"/>
            <a:ext cx="58674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6141" y="2717899"/>
            <a:ext cx="154171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Procure o botão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722" y="2717899"/>
            <a:ext cx="81066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"Power"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0260" y="2717899"/>
            <a:ext cx="304040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 (símbolo universal de um círculo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141" y="3014960"/>
            <a:ext cx="168443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com um tracinho).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609975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6141" y="3616672"/>
            <a:ext cx="482203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Nunca puxe o computador da tomada para desligar!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4219575"/>
            <a:ext cx="2762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4181475"/>
            <a:ext cx="5867400" cy="6381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6141" y="4218384"/>
            <a:ext cx="500419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Para desligar corretamente, usamos o sistema na tela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1208" y="4218384"/>
            <a:ext cx="695325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(Iniciar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141" y="4515445"/>
            <a:ext cx="103643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&gt; Desligar)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451" y="4515445"/>
            <a:ext cx="5208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5114925"/>
            <a:ext cx="62674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9951" y="5244851"/>
            <a:ext cx="1415801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1">
                <a:solidFill>
                  <a:srgbClr val="FFFFFF"/>
                </a:solidFill>
                <a:latin typeface="Open Sans"/>
              </a:rPr>
              <a:t>Dica Importante: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5753" y="5244851"/>
            <a:ext cx="402981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FFFFFF"/>
                </a:solidFill>
                <a:latin typeface="Open Sans"/>
              </a:rPr>
              <a:t> Desligar pela tomada pode danificar seus arquivos!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1714500"/>
            <a:ext cx="4267200" cy="4267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1600" y="3238500"/>
            <a:ext cx="12192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68489" y="228600"/>
            <a:ext cx="445502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O Mouse (Sua mão na tela)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7875"/>
            <a:ext cx="5181600" cy="3762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28875"/>
            <a:ext cx="4267200" cy="2847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1924050"/>
            <a:ext cx="6629400" cy="3857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27515" y="2158007"/>
            <a:ext cx="2785169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Como segurar o mouse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771775"/>
            <a:ext cx="1619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25405" y="2775049"/>
            <a:ext cx="5939075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O mouse é o que movimenta 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"Setinha" (Cursor)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lá dentro da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tela.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525" y="3667125"/>
            <a:ext cx="2190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78685" y="3673822"/>
            <a:ext cx="5658981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Segure com suavidade,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não precisa fazer força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com a mão.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525" y="4276725"/>
            <a:ext cx="1428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98765" y="4275534"/>
            <a:ext cx="568443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O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botão do lado esquerdo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é o principal (é o botão da ação).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3525" y="4838700"/>
            <a:ext cx="6153150" cy="7048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03515" y="4959101"/>
            <a:ext cx="41046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1">
                <a:solidFill>
                  <a:srgbClr val="FF9800"/>
                </a:solidFill>
                <a:latin typeface="Open Sans"/>
              </a:rPr>
              <a:t>Dica: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3983" y="4959101"/>
            <a:ext cx="4929485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FFF3E0"/>
                </a:solidFill>
                <a:latin typeface="Open Sans"/>
              </a:rPr>
              <a:t> Mantenha a mão relaxada e apoie o pulso na mesa para maior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3515" y="5187701"/>
            <a:ext cx="71422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FFF3E0"/>
                </a:solidFill>
                <a:latin typeface="Open Sans"/>
              </a:rPr>
              <a:t>conforto.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98416" y="228600"/>
            <a:ext cx="4195018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O Clique e o Duplo Clique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5900"/>
            <a:ext cx="6629400" cy="472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60959" y="1727448"/>
            <a:ext cx="3621732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Dando ordens ao computador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238375"/>
            <a:ext cx="6153150" cy="838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371725"/>
            <a:ext cx="2762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51495" y="2374999"/>
            <a:ext cx="5004583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1 Clique (Botão Esquerdo):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Serve para selecionar ou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marcar algo.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228975"/>
            <a:ext cx="6153150" cy="838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362325"/>
            <a:ext cx="2762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1495" y="3365301"/>
            <a:ext cx="5483215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2 Cliques Rápidos: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Serve para abrir um programa ou uma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pasta.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4219575"/>
            <a:ext cx="6153150" cy="83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352925"/>
            <a:ext cx="2762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1495" y="4355603"/>
            <a:ext cx="5401508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Dica de Ouro: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Mantenha o mouse paradinho na mesa na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hora de clicar.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5238750"/>
            <a:ext cx="6153150" cy="723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5825" y="5397251"/>
            <a:ext cx="91812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2196F3"/>
                </a:solidFill>
                <a:latin typeface="Open Sans"/>
              </a:rPr>
              <a:t>Importante: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3945" y="5397251"/>
            <a:ext cx="467305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3F2FD"/>
                </a:solidFill>
                <a:latin typeface="Open Sans"/>
              </a:rPr>
              <a:t> Clique duplo deve ser rápido - dois cliques seguidos sem mover 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5606801"/>
            <a:ext cx="524767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3F2FD"/>
                </a:solidFill>
                <a:latin typeface="Open Sans"/>
              </a:rPr>
              <a:t>mouse!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2266950"/>
            <a:ext cx="5181600" cy="3314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2647950"/>
            <a:ext cx="42672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03427" y="228600"/>
            <a:ext cx="2584995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O Botão Direito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4050"/>
            <a:ext cx="6629400" cy="3857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90502" y="2158007"/>
            <a:ext cx="2362646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O botão das opções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771775"/>
            <a:ext cx="21907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0485" y="2775049"/>
            <a:ext cx="535373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Usamos esse botão com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menos frequência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no dia a dia.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371850"/>
            <a:ext cx="21907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0485" y="3376761"/>
            <a:ext cx="517067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Ele serve para abrir um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"Menu de Opções"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escondido.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971925"/>
            <a:ext cx="2190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0485" y="3978473"/>
            <a:ext cx="5787866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Se você clicou sem querer e abriu uma janela estranha,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basta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clicar fora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com o botão esquerdo.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4838700"/>
            <a:ext cx="6153150" cy="704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5315" y="4959101"/>
            <a:ext cx="121428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1">
                <a:solidFill>
                  <a:srgbClr val="2196F3"/>
                </a:solidFill>
                <a:latin typeface="Open Sans"/>
              </a:rPr>
              <a:t>Tranquilidade: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9603" y="4959101"/>
            <a:ext cx="39243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E3F2FD"/>
                </a:solidFill>
                <a:latin typeface="Open Sans"/>
              </a:rPr>
              <a:t> O botão direito só mostra opções extras. Nada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315" y="5187701"/>
            <a:ext cx="724197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E3F2FD"/>
                </a:solidFill>
                <a:latin typeface="Open Sans"/>
              </a:rPr>
              <a:t>perigoso!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866900"/>
            <a:ext cx="5181600" cy="41243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2247900"/>
            <a:ext cx="426720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6069" y="228600"/>
            <a:ext cx="3179861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Área de Trabalho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95500"/>
            <a:ext cx="5791200" cy="3657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76500"/>
            <a:ext cx="48768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457325"/>
            <a:ext cx="6019800" cy="4781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99759" y="1639044"/>
            <a:ext cx="2250132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A sua mesa virtual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152650"/>
            <a:ext cx="56578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2286000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53931" y="2286595"/>
            <a:ext cx="4058036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É 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primeira tela que aparece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logo que o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computador liga.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3143250"/>
            <a:ext cx="5657850" cy="838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3276600"/>
            <a:ext cx="2762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3931" y="3276897"/>
            <a:ext cx="4825692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Os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"Ícones" (desenhos pequenos)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são os atalhos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para abrir os programas.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4133850"/>
            <a:ext cx="5657850" cy="838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4267200"/>
            <a:ext cx="27622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53931" y="4267200"/>
            <a:ext cx="4628495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"Lixeira"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é para onde vão as coisas que você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apaga.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5975" y="5200650"/>
            <a:ext cx="5657850" cy="857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7712" y="5364212"/>
            <a:ext cx="5085665" cy="5131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2196F3"/>
                </a:solidFill>
                <a:latin typeface="Open Sans"/>
              </a:rPr>
              <a:t>Importante: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A área de trabalho é como sua mesa real -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organize do seu jeito!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43623" y="182760"/>
            <a:ext cx="2304752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Desafio Prático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5925"/>
            <a:ext cx="7315200" cy="421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37892" y="1875383"/>
            <a:ext cx="1953815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9800"/>
                </a:solidFill>
                <a:latin typeface="Open Sans"/>
              </a:rPr>
              <a:t>Sua vez de brilhar!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324100"/>
            <a:ext cx="6934200" cy="895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5109" y="2494508"/>
            <a:ext cx="6570672" cy="5314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Open Sans"/>
              </a:rPr>
              <a:t>Ligue o computador! Depois, movimente o mouse até a Lixeira, dê um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clique nela (para selecionar) e tente dar dois cliques rápidos para abrir.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438525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627" y="3418284"/>
            <a:ext cx="4394209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Pressione o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botão Power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para ligar o computador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3914775"/>
            <a:ext cx="12382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5166" y="3887390"/>
            <a:ext cx="4187785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Mova o mouse até encontrar o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ícone da Lixeira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381500"/>
            <a:ext cx="1619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0856" y="4356496"/>
            <a:ext cx="3189297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Dê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1 clique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para selecionar a Lixeira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848225"/>
            <a:ext cx="1428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7937" y="4825603"/>
            <a:ext cx="3550652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Dê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2 cliques rápidos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para abrir a Lixeira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305425"/>
            <a:ext cx="693420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7682" y="5395763"/>
            <a:ext cx="75500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Parabéns!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2687" y="5395763"/>
            <a:ext cx="411718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Você está dando seus primeiros passos no mundo digital!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1962150"/>
            <a:ext cx="3657600" cy="3657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1650" y="3333750"/>
            <a:ext cx="1028700" cy="923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