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  <p:sldId id="257" r:id="rId12"/>
    <p:sldId id="258" r:id="rId13"/>
    <p:sldId id="259" r:id="rId14"/>
    <p:sldId id="260" r:id="rId15"/>
    <p:sldId id="261" r:id="rId16"/>
    <p:sldId id="262" r:id="rId17"/>
    <p:sldId id="263" r:id="rId18"/>
  </p:sldIdLst>
  <p:sldSz cx="12192000" cy="6858000" type="screen4x3"/>
  <p:notesSz cx="6858000" cy="9144000"/>
  <p:embeddedFontLst>
    <p:embeddedFont>
      <p:font typeface="Open Sans" pitchFamily="2" charset="0"/>
      <p:regular r:id="rId11"/>
      <p:bold r:id="rId8"/>
      <p:italic r:id="rId10"/>
      <p:boldItalic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0.png"/><Relationship Id="rId4" Type="http://schemas.openxmlformats.org/officeDocument/2006/relationships/image" Target="../media/image25.png"/><Relationship Id="rId5" Type="http://schemas.openxmlformats.org/officeDocument/2006/relationships/image" Target="../media/image31.png"/><Relationship Id="rId6" Type="http://schemas.openxmlformats.org/officeDocument/2006/relationships/image" Target="../media/image22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27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0.png"/><Relationship Id="rId4" Type="http://schemas.openxmlformats.org/officeDocument/2006/relationships/image" Target="../media/image22.png"/><Relationship Id="rId5" Type="http://schemas.openxmlformats.org/officeDocument/2006/relationships/image" Target="../media/image36.png"/><Relationship Id="rId6" Type="http://schemas.openxmlformats.org/officeDocument/2006/relationships/image" Target="../media/image25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2.png"/><Relationship Id="rId4" Type="http://schemas.openxmlformats.org/officeDocument/2006/relationships/image" Target="../media/image22.png"/><Relationship Id="rId5" Type="http://schemas.openxmlformats.org/officeDocument/2006/relationships/image" Target="../media/image36.png"/><Relationship Id="rId6" Type="http://schemas.openxmlformats.org/officeDocument/2006/relationships/image" Target="../media/image43.png"/><Relationship Id="rId7" Type="http://schemas.openxmlformats.org/officeDocument/2006/relationships/image" Target="../media/image27.png"/><Relationship Id="rId8" Type="http://schemas.openxmlformats.org/officeDocument/2006/relationships/image" Target="../media/image44.png"/><Relationship Id="rId9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100" y="2105025"/>
            <a:ext cx="685800" cy="60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15431" y="2970907"/>
            <a:ext cx="5761136" cy="723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Open Sans"/>
              </a:rPr>
              <a:t>Dominando o Teclado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31915" y="3887092"/>
            <a:ext cx="3928169" cy="4095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E3F2FD">
                    <a:alpha val="95000"/>
                  </a:srgbClr>
                </a:solidFill>
                <a:latin typeface="Open Sans"/>
              </a:rPr>
              <a:t>Informática Básica - Aula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6039" y="5886450"/>
            <a:ext cx="2219920" cy="2571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E3F2FD"/>
                </a:solidFill>
                <a:latin typeface="Open Sans"/>
              </a:rPr>
              <a:t>Projeto de Inclusão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198" y="6219825"/>
            <a:ext cx="1015603" cy="2571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E3F2FD"/>
                </a:solidFill>
                <a:latin typeface="Open Sans"/>
              </a:rPr>
              <a:t>CRAS - 2025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00127" y="228600"/>
            <a:ext cx="5391745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Open Sans"/>
              </a:rPr>
              <a:t>A Máquina de Escrever Moderna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1333500"/>
            <a:ext cx="5181600" cy="5181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3150" y="3390900"/>
            <a:ext cx="1028700" cy="914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2100" y="1438275"/>
            <a:ext cx="6096000" cy="48291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45312" y="1629519"/>
            <a:ext cx="3749426" cy="3524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i="0">
                <a:solidFill>
                  <a:srgbClr val="FFFFFF"/>
                </a:solidFill>
                <a:latin typeface="Open Sans"/>
              </a:rPr>
              <a:t>Conversando com a máquina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600" y="2162175"/>
            <a:ext cx="5715000" cy="838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0" y="2295525"/>
            <a:ext cx="3048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0556" y="2296120"/>
            <a:ext cx="4209841" cy="563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Open Sans"/>
              </a:rPr>
              <a:t>O teclado é como nós 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conversamos com o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computador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600" y="3152775"/>
            <a:ext cx="5715000" cy="838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24525" y="3286125"/>
            <a:ext cx="276225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20556" y="3286422"/>
            <a:ext cx="4696807" cy="563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Open Sans"/>
              </a:rPr>
              <a:t>Não tenha pressa para achar as letras (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é super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normal demorar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no início).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600" y="4143375"/>
            <a:ext cx="5715000" cy="838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24525" y="4276725"/>
            <a:ext cx="276225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20556" y="4276725"/>
            <a:ext cx="4743092" cy="563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Open Sans"/>
              </a:rPr>
              <a:t>Cada tecla tem uma 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função específica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para nos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ajudar.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62600" y="5210175"/>
            <a:ext cx="5715000" cy="857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63369" y="5373737"/>
            <a:ext cx="5404901" cy="5131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4CAF50"/>
                </a:solidFill>
                <a:latin typeface="Open Sans"/>
              </a:rPr>
              <a:t>Lembre-se:</a:t>
            </a:r>
            <a:r>
              <a:rPr sz="1439" b="1" i="0">
                <a:solidFill>
                  <a:srgbClr val="FFFFFF"/>
                </a:solidFill>
                <a:latin typeface="Open Sans"/>
              </a:rPr>
              <a:t> O teclado é seu novo amigo para se comunicar</a:t>
            </a:r>
            <a:r>
              <a:rPr sz="1439" b="1" i="0">
                <a:solidFill>
                  <a:srgbClr val="FFFFFF"/>
                </a:solidFill>
                <a:latin typeface="Open Sans"/>
              </a:rPr>
              <a:t> com o computador!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68787" y="304800"/>
            <a:ext cx="4454425" cy="523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Open Sans"/>
              </a:rPr>
              <a:t>As Letras e os Números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14475"/>
            <a:ext cx="5943600" cy="4810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12193" y="1754534"/>
            <a:ext cx="2233463" cy="3714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FF9800"/>
                </a:solidFill>
                <a:latin typeface="Open Sans"/>
              </a:rPr>
              <a:t>Onde está tudo?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2352675"/>
            <a:ext cx="5467350" cy="990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2524125"/>
            <a:ext cx="304800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43025" y="2526059"/>
            <a:ext cx="4734341" cy="6366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FFFFFF"/>
                </a:solidFill>
                <a:latin typeface="Open Sans"/>
              </a:rPr>
              <a:t>As letras </a:t>
            </a:r>
            <a:r>
              <a:rPr sz="1679" b="1" i="0">
                <a:solidFill>
                  <a:srgbClr val="FFFFFF"/>
                </a:solidFill>
                <a:latin typeface="Open Sans"/>
              </a:rPr>
              <a:t> NÃO estão em ordem alfabética</a:t>
            </a:r>
            <a:r>
              <a:rPr sz="1679" b="1" i="0">
                <a:solidFill>
                  <a:srgbClr val="FFFFFF"/>
                </a:solidFill>
                <a:latin typeface="Open Sans"/>
              </a:rPr>
              <a:t> (é</a:t>
            </a:r>
            <a:r>
              <a:rPr sz="1679" b="1" i="0">
                <a:solidFill>
                  <a:srgbClr val="FFFFFF"/>
                </a:solidFill>
                <a:latin typeface="Open Sans"/>
              </a:rPr>
              <a:t> o padrão mundial).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3524250"/>
            <a:ext cx="5467350" cy="647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3686175"/>
            <a:ext cx="314325" cy="2952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43025" y="3696444"/>
            <a:ext cx="4150191" cy="2952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FFFFFF"/>
                </a:solidFill>
                <a:latin typeface="Open Sans"/>
              </a:rPr>
              <a:t>Procure a letra com calma, </a:t>
            </a:r>
            <a:r>
              <a:rPr sz="1679" b="1" i="0">
                <a:solidFill>
                  <a:srgbClr val="FFFFFF"/>
                </a:solidFill>
                <a:latin typeface="Open Sans"/>
              </a:rPr>
              <a:t> ela está aí!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4352925"/>
            <a:ext cx="5467350" cy="990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5825" y="4514850"/>
            <a:ext cx="304800" cy="2952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43025" y="4525416"/>
            <a:ext cx="4024729" cy="63668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FFFFFF"/>
                </a:solidFill>
                <a:latin typeface="Open Sans"/>
              </a:rPr>
              <a:t>Os números ficam na </a:t>
            </a:r>
            <a:r>
              <a:rPr sz="1679" b="1" i="0">
                <a:solidFill>
                  <a:srgbClr val="FFFFFF"/>
                </a:solidFill>
                <a:latin typeface="Open Sans"/>
              </a:rPr>
              <a:t> linha de cima</a:t>
            </a:r>
            <a:r>
              <a:rPr sz="1679" b="1" i="0">
                <a:solidFill>
                  <a:srgbClr val="FFFFFF"/>
                </a:solidFill>
                <a:latin typeface="Open Sans"/>
              </a:rPr>
              <a:t> e</a:t>
            </a:r>
            <a:r>
              <a:rPr sz="1679" b="1" i="0">
                <a:solidFill>
                  <a:srgbClr val="FFFFFF"/>
                </a:solidFill>
                <a:latin typeface="Open Sans"/>
              </a:rPr>
              <a:t> também no </a:t>
            </a:r>
            <a:r>
              <a:rPr sz="1679" b="1" i="0">
                <a:solidFill>
                  <a:srgbClr val="FFFFFF"/>
                </a:solidFill>
                <a:latin typeface="Open Sans"/>
              </a:rPr>
              <a:t> quadradinho à direita</a:t>
            </a:r>
            <a:r>
              <a:rPr sz="1679" b="1" i="0">
                <a:solidFill>
                  <a:srgbClr val="FFFFFF"/>
                </a:solidFill>
                <a:latin typeface="Open Sans"/>
              </a:rPr>
              <a:t> 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325" y="5572125"/>
            <a:ext cx="5467350" cy="514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4457" y="5722590"/>
            <a:ext cx="37326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4CAF50"/>
                </a:solidFill>
                <a:latin typeface="Open Sans"/>
              </a:rPr>
              <a:t>Dica: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7717" y="5722590"/>
            <a:ext cx="473392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E8F5E8"/>
                </a:solidFill>
                <a:latin typeface="Open Sans"/>
              </a:rPr>
              <a:t> Com o tempo, você vai decorar onde cada tecla está. É só praticar!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2066925"/>
            <a:ext cx="5791200" cy="38576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62800" y="2752725"/>
            <a:ext cx="4267200" cy="2333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11464" y="228600"/>
            <a:ext cx="2568922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Open Sans"/>
              </a:rPr>
              <a:t>A Tecla ESPAÇO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38300"/>
            <a:ext cx="6629400" cy="4429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02234" y="1875978"/>
            <a:ext cx="2739330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FF9800"/>
                </a:solidFill>
                <a:latin typeface="Open Sans"/>
              </a:rPr>
              <a:t>Separando as palavras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2390775"/>
            <a:ext cx="6153150" cy="838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524125"/>
            <a:ext cx="2857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51495" y="2523529"/>
            <a:ext cx="5062329" cy="563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FFFFFF"/>
                </a:solidFill>
                <a:latin typeface="Open Sans"/>
              </a:rPr>
              <a:t>É a 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maior tecla do teclado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(aquela barra comprida lá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embaixo).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3381375"/>
            <a:ext cx="6153150" cy="838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514725"/>
            <a:ext cx="27622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51495" y="3513832"/>
            <a:ext cx="5197465" cy="563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FFFFFF"/>
                </a:solidFill>
                <a:latin typeface="Open Sans"/>
              </a:rPr>
              <a:t>Ela serve para dar 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espaço entre uma palavra e outra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,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igual no papel.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4371975"/>
            <a:ext cx="6153150" cy="5429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4505325"/>
            <a:ext cx="276225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51495" y="4504134"/>
            <a:ext cx="5008602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FFFFFF"/>
                </a:solidFill>
                <a:latin typeface="Open Sans"/>
              </a:rPr>
              <a:t>Use os 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polegares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para apertá-la com mais facilidade.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5095875"/>
            <a:ext cx="6153150" cy="723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5825" y="5248721"/>
            <a:ext cx="37326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4CAF50"/>
                </a:solidFill>
                <a:latin typeface="Open Sans"/>
              </a:rPr>
              <a:t>Dica: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9085" y="5248721"/>
            <a:ext cx="536555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E8F5E8"/>
                </a:solidFill>
                <a:latin typeface="Open Sans"/>
              </a:rPr>
              <a:t> Sem a tecla espaço, tudoficariaescritoassim! Ela é essencial para separar 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5458271"/>
            <a:ext cx="63683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E8F5E8"/>
                </a:solidFill>
                <a:latin typeface="Open Sans"/>
              </a:rPr>
              <a:t>palavras.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10400" y="2266950"/>
            <a:ext cx="5181600" cy="3314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67600" y="2647950"/>
            <a:ext cx="42672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27103" y="228600"/>
            <a:ext cx="2337792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Open Sans"/>
              </a:rPr>
              <a:t>A Tecla ENTER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90700"/>
            <a:ext cx="6629400" cy="4124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54473" y="2024508"/>
            <a:ext cx="2634704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FF9800"/>
                </a:solidFill>
                <a:latin typeface="Open Sans"/>
              </a:rPr>
              <a:t>O botão de Confirmar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2543175"/>
            <a:ext cx="6153150" cy="5429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676525"/>
            <a:ext cx="27622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51495" y="2672060"/>
            <a:ext cx="3236356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FFFFFF"/>
                </a:solidFill>
                <a:latin typeface="Open Sans"/>
              </a:rPr>
              <a:t>É a nossa tecla do 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"Sim"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ou 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"Vai"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3238500"/>
            <a:ext cx="6153150" cy="838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3371850"/>
            <a:ext cx="27622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51495" y="3365301"/>
            <a:ext cx="5224254" cy="563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FFFFFF"/>
                </a:solidFill>
                <a:latin typeface="Open Sans"/>
              </a:rPr>
              <a:t>Serve para 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pular de linha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quando estamos escrevendo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um texto longo.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4229100"/>
            <a:ext cx="6153150" cy="5429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4352925"/>
            <a:ext cx="285750" cy="2381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51495" y="4355603"/>
            <a:ext cx="5523249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FFFFFF"/>
                </a:solidFill>
                <a:latin typeface="Open Sans"/>
              </a:rPr>
              <a:t>Também serve para 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confirmar uma pesquisa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na internet.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4953000"/>
            <a:ext cx="6153150" cy="723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5825" y="5100191"/>
            <a:ext cx="91812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4CAF50"/>
                </a:solidFill>
                <a:latin typeface="Open Sans"/>
              </a:rPr>
              <a:t>Importante: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3945" y="5100191"/>
            <a:ext cx="462900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E8F5E8"/>
                </a:solidFill>
                <a:latin typeface="Open Sans"/>
              </a:rPr>
              <a:t> A tecla Enter é como apertar "OK" - ela confirma o que você quer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5309741"/>
            <a:ext cx="39558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E8F5E8"/>
                </a:solidFill>
                <a:latin typeface="Open Sans"/>
              </a:rPr>
              <a:t>fazer!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7600" y="2171700"/>
            <a:ext cx="4267200" cy="33623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0" y="3238500"/>
            <a:ext cx="9144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46599" y="228600"/>
            <a:ext cx="4698652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Open Sans"/>
              </a:rPr>
              <a:t>A Tecla BACKSPACE (Apagar)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90700"/>
            <a:ext cx="6629400" cy="4124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53406" y="2024508"/>
            <a:ext cx="3036986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FF9800"/>
                </a:solidFill>
                <a:latin typeface="Open Sans"/>
              </a:rPr>
              <a:t>A nossa borracha mágica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2543175"/>
            <a:ext cx="6153150" cy="838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676525"/>
            <a:ext cx="27622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51495" y="2672060"/>
            <a:ext cx="5304026" cy="563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FFFFFF"/>
                </a:solidFill>
                <a:latin typeface="Open Sans"/>
              </a:rPr>
              <a:t>Fica 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acima da tecla Enter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(geralmente tem uma setinha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apontando para a esquerda).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3533775"/>
            <a:ext cx="6153150" cy="5429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3667125"/>
            <a:ext cx="27622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51495" y="3662362"/>
            <a:ext cx="5240922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FFFFFF"/>
                </a:solidFill>
                <a:latin typeface="Open Sans"/>
              </a:rPr>
              <a:t>Ela apaga a letra que está 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antes do tracinho piscando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4229100"/>
            <a:ext cx="6153150" cy="5429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4362450"/>
            <a:ext cx="276225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51495" y="4355603"/>
            <a:ext cx="4742051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FFFFFF"/>
                </a:solidFill>
                <a:latin typeface="Open Sans"/>
              </a:rPr>
              <a:t>Errou? Não tem problema, </a:t>
            </a:r>
            <a:r>
              <a:rPr sz="1560" b="1" i="0">
                <a:solidFill>
                  <a:srgbClr val="FFFFFF"/>
                </a:solidFill>
                <a:latin typeface="Open Sans"/>
              </a:rPr>
              <a:t> é só apertar e apagar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4953000"/>
            <a:ext cx="6153150" cy="723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5825" y="5100191"/>
            <a:ext cx="1104304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F44336"/>
                </a:solidFill>
                <a:latin typeface="Open Sans"/>
              </a:rPr>
              <a:t>Tranquilidade: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0129" y="5100191"/>
            <a:ext cx="4283273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FFEBEE"/>
                </a:solidFill>
                <a:latin typeface="Open Sans"/>
              </a:rPr>
              <a:t> A tecla Backspace é sua melhor amiga para corrigir erros 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5309741"/>
            <a:ext cx="681632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FFEBEE"/>
                </a:solidFill>
                <a:latin typeface="Open Sans"/>
              </a:rPr>
              <a:t>digitação!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10400" y="2219325"/>
            <a:ext cx="5181600" cy="34099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86850" y="3390900"/>
            <a:ext cx="10287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89561" y="228600"/>
            <a:ext cx="3012727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0" b="1" i="0">
                <a:solidFill>
                  <a:srgbClr val="FFFFFF"/>
                </a:solidFill>
                <a:latin typeface="Open Sans"/>
              </a:rPr>
              <a:t>Letras Maiúsculas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81200"/>
            <a:ext cx="6629400" cy="3733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74242" y="2222599"/>
            <a:ext cx="2995314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FF9800"/>
                </a:solidFill>
                <a:latin typeface="Open Sans"/>
              </a:rPr>
              <a:t>SHIFT e CAPS LOCK (Fixa)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2733675"/>
            <a:ext cx="6153150" cy="838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867025"/>
            <a:ext cx="27622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51495" y="2870150"/>
            <a:ext cx="5401061" cy="563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Open Sans"/>
              </a:rPr>
              <a:t>SHIFT: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Segure apertado junto com uma letra para ela sair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maiúscula (ideal para início de nome).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3724275"/>
            <a:ext cx="6153150" cy="838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857625"/>
            <a:ext cx="27622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51495" y="3860452"/>
            <a:ext cx="5256103" cy="563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Open Sans"/>
              </a:rPr>
              <a:t>CAPS LOCK (Fixa):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Aperte uma vez, solte, e tudo vai sair</a:t>
            </a:r>
            <a:r>
              <a:rPr sz="1560" b="0" i="0">
                <a:solidFill>
                  <a:srgbClr val="FFFFFF"/>
                </a:solidFill>
                <a:latin typeface="Open Sans"/>
              </a:rPr>
              <a:t> em maiúsculo.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4743450"/>
            <a:ext cx="6153150" cy="723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5825" y="4902100"/>
            <a:ext cx="373260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4CAF50"/>
                </a:solidFill>
                <a:latin typeface="Open Sans"/>
              </a:rPr>
              <a:t>Dica: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085" y="4902100"/>
            <a:ext cx="4855071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E8F5E8"/>
                </a:solidFill>
                <a:latin typeface="Open Sans"/>
              </a:rPr>
              <a:t> Use SHIFT para uma letra maiúscula. Use CAPS LOCK quando quiser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5111650"/>
            <a:ext cx="2048172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E8F5E8"/>
                </a:solidFill>
                <a:latin typeface="Open Sans"/>
              </a:rPr>
              <a:t>escrever tudo em maiúsculo.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0400" y="2247900"/>
            <a:ext cx="5181600" cy="3352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6850" y="3390900"/>
            <a:ext cx="10287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43623" y="182760"/>
            <a:ext cx="2304752" cy="4095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Open Sans"/>
              </a:rPr>
              <a:t>Desafio Prático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62100"/>
            <a:ext cx="7315200" cy="4448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24361" y="1757511"/>
            <a:ext cx="1780728" cy="2952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FF9800"/>
                </a:solidFill>
                <a:latin typeface="Open Sans"/>
              </a:rPr>
              <a:t>Vamos escrever?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2200275"/>
            <a:ext cx="6934200" cy="1104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1081" y="2386161"/>
            <a:ext cx="6251108" cy="73134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FFFF"/>
                </a:solidFill>
                <a:latin typeface="Open Sans"/>
              </a:rPr>
              <a:t>Abra o programa 'Bloco de Notas'. Digite o seu Nome Completo (com as</a:t>
            </a:r>
            <a:r>
              <a:rPr sz="1320" b="1" i="0">
                <a:solidFill>
                  <a:srgbClr val="FFFFFF"/>
                </a:solidFill>
                <a:latin typeface="Open Sans"/>
              </a:rPr>
              <a:t> primeiras letras maiúsculas), dê um Enter para pular de linha, e digite sua</a:t>
            </a:r>
            <a:r>
              <a:rPr sz="1320" b="1" i="0">
                <a:solidFill>
                  <a:srgbClr val="FFFFFF"/>
                </a:solidFill>
                <a:latin typeface="Open Sans"/>
              </a:rPr>
              <a:t> idade.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" y="3543300"/>
            <a:ext cx="200025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3627" y="3536305"/>
            <a:ext cx="3879859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FFFFFF"/>
                </a:solidFill>
                <a:latin typeface="Open Sans"/>
              </a:rPr>
              <a:t>Procure o </a:t>
            </a:r>
            <a:r>
              <a:rPr sz="1439" b="1" i="0">
                <a:solidFill>
                  <a:srgbClr val="FFFFFF"/>
                </a:solidFill>
                <a:latin typeface="Open Sans"/>
              </a:rPr>
              <a:t> "Bloco de Notas"</a:t>
            </a:r>
            <a:r>
              <a:rPr sz="1439" b="0" i="0">
                <a:solidFill>
                  <a:srgbClr val="FFFFFF"/>
                </a:solidFill>
                <a:latin typeface="Open Sans"/>
              </a:rPr>
              <a:t> no menu Iniciar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4029075"/>
            <a:ext cx="209550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46546" y="4005411"/>
            <a:ext cx="5256073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FFFFFF"/>
                </a:solidFill>
                <a:latin typeface="Open Sans"/>
              </a:rPr>
              <a:t>Digite seu </a:t>
            </a:r>
            <a:r>
              <a:rPr sz="1439" b="1" i="0">
                <a:solidFill>
                  <a:srgbClr val="FFFFFF"/>
                </a:solidFill>
                <a:latin typeface="Open Sans"/>
              </a:rPr>
              <a:t> Nome Completo</a:t>
            </a:r>
            <a:r>
              <a:rPr sz="1439" b="0" i="0">
                <a:solidFill>
                  <a:srgbClr val="FFFFFF"/>
                </a:solidFill>
                <a:latin typeface="Open Sans"/>
              </a:rPr>
              <a:t> com primeiras letras maiúsculas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4495800"/>
            <a:ext cx="14287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937" y="4474517"/>
            <a:ext cx="3122324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FFFFFF"/>
                </a:solidFill>
                <a:latin typeface="Open Sans"/>
              </a:rPr>
              <a:t>Pressione </a:t>
            </a:r>
            <a:r>
              <a:rPr sz="1439" b="1" i="0">
                <a:solidFill>
                  <a:srgbClr val="FFFFFF"/>
                </a:solidFill>
                <a:latin typeface="Open Sans"/>
              </a:rPr>
              <a:t> Enter</a:t>
            </a:r>
            <a:r>
              <a:rPr sz="1439" b="0" i="0">
                <a:solidFill>
                  <a:srgbClr val="FFFFFF"/>
                </a:solidFill>
                <a:latin typeface="Open Sans"/>
              </a:rPr>
              <a:t> para pular de linha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4972050"/>
            <a:ext cx="190500" cy="1809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23627" y="4943623"/>
            <a:ext cx="3226504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FFFFFF"/>
                </a:solidFill>
                <a:latin typeface="Open Sans"/>
              </a:rPr>
              <a:t>Digite sua </a:t>
            </a:r>
            <a:r>
              <a:rPr sz="1439" b="1" i="0">
                <a:solidFill>
                  <a:srgbClr val="FFFFFF"/>
                </a:solidFill>
                <a:latin typeface="Open Sans"/>
              </a:rPr>
              <a:t> idade</a:t>
            </a:r>
            <a:r>
              <a:rPr sz="1439" b="0" i="0">
                <a:solidFill>
                  <a:srgbClr val="FFFFFF"/>
                </a:solidFill>
                <a:latin typeface="Open Sans"/>
              </a:rPr>
              <a:t> usando os números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5419725"/>
            <a:ext cx="6934200" cy="4000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33860" y="5513784"/>
            <a:ext cx="755005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4CAF50"/>
                </a:solidFill>
                <a:latin typeface="Open Sans"/>
              </a:rPr>
              <a:t>Parabéns!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88865" y="5513784"/>
            <a:ext cx="3844974" cy="2095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E8F5E8"/>
                </a:solidFill>
                <a:latin typeface="Open Sans"/>
              </a:rPr>
              <a:t> Você está dominando o teclado! Continue praticando.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0" y="2190750"/>
            <a:ext cx="4572000" cy="3352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20250" y="3409950"/>
            <a:ext cx="571500" cy="76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