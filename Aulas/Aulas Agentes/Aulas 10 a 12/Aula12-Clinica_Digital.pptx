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Pro Light" charset="1" panose="02040302050405020303"/>
      <p:regular r:id="rId12"/>
    </p:embeddedFont>
    <p:embeddedFont>
      <p:font typeface="DM Sans" charset="1" panose="00000000000000000000"/>
      <p:regular r:id="rId13"/>
    </p:embeddedFont>
    <p:embeddedFont>
      <p:font typeface="DM Sans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27674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CRAS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699578"/>
            <a:chOff x="0" y="0"/>
            <a:chExt cx="9182100" cy="49327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27674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Clínica Digital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276749"/>
                  </a:solidFill>
                  <a:latin typeface="DM Sans"/>
                  <a:ea typeface="DM Sans"/>
                  <a:cs typeface="DM Sans"/>
                  <a:sym typeface="DM Sans"/>
                </a:rPr>
                <a:t>Encerramento do Curso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Luís Otávio Moura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APRESENTADO POR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7674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 Nossa Jornada Até Aqui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2663426"/>
            <a:chOff x="0" y="0"/>
            <a:chExt cx="5753100" cy="35512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Saímos do caos de papel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para um ambiente de segurança digital, onde a organização e a eficiência se tornaram essenciais para o nosso trabalho no CRAS.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 CAOS AO DIGITAL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027709"/>
            <a:chOff x="0" y="0"/>
            <a:chExt cx="57531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Transformamos pranchetas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em ferramentas de inteligência de dados, utilizando softwares como Excel e Google Forms para coletar e analisar informações de forma eficaz.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INTELIGÊNCIA DE DADOS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391992"/>
            <a:chOff x="0" y="0"/>
            <a:chExt cx="57531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7531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Ganhamos autonomia criativa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e velocidade de redação com plataformas como Canva e inteligência artificial, permitindo que nossas apresentações sejam mais impactantes e visualmente atraentes.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AUTONOMIA CRIATIVA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7674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 Clínica Digital: Mão na Massa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2663426"/>
            <a:chOff x="0" y="0"/>
            <a:chExt cx="5753100" cy="35512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Identifique qual é o documento que ainda tira o seu sono no CRAS e compartilhe suas preocupações com a equipe. Juntos, podemos encontrar soluções eficazes.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DOCUMENTO DESAFIADOR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2663426"/>
            <a:chOff x="0" y="0"/>
            <a:chExt cx="5753100" cy="35512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Este é o momento de abrir os arquivos reais da equipe. Vamos revisar e otimizar, garantindo que cada documento esteja no seu melhor formato e acessível.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OTIMIZAÇÃO AO VIVO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484909"/>
            <a:chOff x="0" y="0"/>
            <a:chExt cx="5753100" cy="46465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557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A construção conjunta é fundamental. A solução de um colega pode salvar o seu dia, promovendo um ambiente colaborativo onde todos aprendem uns com os outros.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SOLUÇÕES COLABORATIVAS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7674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Dicas para Manter o Aprendizado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3027709"/>
            <a:chOff x="0" y="0"/>
            <a:chExt cx="57531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Reserve </a:t>
              </a: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 minutos diários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para organizar seus arquivos e limpar downloads. Essa prática ajuda a manter seu ambiente digital </a:t>
              </a: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limpo e eficiente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para um melhor desempenho.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ORGANIZAÇÃO DIÁRIA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027709"/>
            <a:chOff x="0" y="0"/>
            <a:chExt cx="57531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Nunca mais comece do zero: </a:t>
              </a: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 sempre os Modelos (Templates)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criados nas aulas. Eles economizam tempo e garantem consistência em seus documentos e apresentações.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USO DE MODELOS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484909"/>
            <a:chOff x="0" y="0"/>
            <a:chExt cx="5753100" cy="46465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557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Seja o </a:t>
              </a:r>
              <a:r>
                <a:rPr lang="en-US" b="true" sz="2099">
                  <a:solidFill>
                    <a:srgbClr val="2C7A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multiplicador de tecnologia</a:t>
              </a: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 dentro da sua unidade do SUAS. Compartilhe seus conhecimentos e experiências, ajudando colegas a se adaptarem e prosperarem no uso digital.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27674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MULTIPLICADOR DE TECNOLOGIA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0067925" cy="5735335"/>
            <a:chOff x="0" y="0"/>
            <a:chExt cx="13423900" cy="764711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213475"/>
              <a:ext cx="10522714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C7A7B"/>
                  </a:solidFill>
                  <a:latin typeface="DM Sans"/>
                  <a:ea typeface="DM Sans"/>
                  <a:cs typeface="DM Sans"/>
                  <a:sym typeface="DM Sans"/>
                </a:rPr>
                <a:t>Esta equipe superou desafios, dominou ferramentas digitais e agora é fundamental para garantir direitos de forma ágil e eficiente, elevando o padrão de atendimento no município.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423900" cy="452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27674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Valorização e Reconhecimento da Equipe do CRAS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2395" y="5019675"/>
              <a:ext cx="1340150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276749"/>
                  </a:solidFill>
                  <a:latin typeface="DM Sans"/>
                  <a:ea typeface="DM Sans"/>
                  <a:cs typeface="DM Sans"/>
                  <a:sym typeface="DM Sans"/>
                </a:rPr>
                <a:t>CELEBRANDO AS CONQUISTAS DIGITAIS JUNTAS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824544" y="8838298"/>
            <a:ext cx="796706" cy="781952"/>
            <a:chOff x="0" y="0"/>
            <a:chExt cx="685800" cy="673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7674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2505075"/>
            <a:ext cx="8629650" cy="542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4"/>
              </a:lnSpc>
              <a:spcBef>
                <a:spcPct val="0"/>
              </a:spcBef>
            </a:pPr>
            <a:r>
              <a:rPr lang="en-US" sz="5531" strike="noStrike" u="none">
                <a:solidFill>
                  <a:srgbClr val="27674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"A tecnologia no CRAS não substitui o abraço e a escuta, mas garante que a assistência chegue mais rápido e com mais qualidade a quem precisa. Muito obrigado por essa jornada!"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629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2C7A7B"/>
                </a:solidFill>
                <a:latin typeface="DM Sans"/>
                <a:ea typeface="DM Sans"/>
                <a:cs typeface="DM Sans"/>
                <a:sym typeface="DM Sans"/>
              </a:rPr>
              <a:t>Mensagem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Apresentação - Clínica Digital</dc:description>
  <dc:identifier>DAHCRnQf4ek</dc:identifier>
  <dcterms:modified xsi:type="dcterms:W3CDTF">2011-08-01T06:04:30Z</dcterms:modified>
  <cp:revision>1</cp:revision>
  <dc:title>Apresentação - Clínica Digital</dc:title>
</cp:coreProperties>
</file>