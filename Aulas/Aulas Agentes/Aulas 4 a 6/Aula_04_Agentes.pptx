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4"/>
  </p:sldMasterIdLst>
  <p:notesMasterIdLst>
    <p:notesMasterId r:id="rId17"/>
  </p:notesMasterIdLst>
  <p:handoutMasterIdLst>
    <p:handoutMasterId r:id="rId18"/>
  </p:handoutMasterIdLst>
  <p:sldIdLst>
    <p:sldId id="2561" r:id="rId5"/>
    <p:sldId id="2563" r:id="rId6"/>
    <p:sldId id="2564" r:id="rId7"/>
    <p:sldId id="2565" r:id="rId8"/>
    <p:sldId id="2566" r:id="rId9"/>
    <p:sldId id="2567" r:id="rId10"/>
    <p:sldId id="2568" r:id="rId11"/>
    <p:sldId id="2569" r:id="rId12"/>
    <p:sldId id="2570" r:id="rId13"/>
    <p:sldId id="2571" r:id="rId14"/>
    <p:sldId id="2572" r:id="rId15"/>
    <p:sldId id="2573" r:id="rId16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ula 04: Produção de Relatórios e Escrita Profissional" id="{1043CC04-FA41-49DC-8C44-21971C4E961B}">
          <p14:sldIdLst>
            <p14:sldId id="2561"/>
          </p14:sldIdLst>
        </p14:section>
        <p14:section name="Aula 04: Produção de Relatórios e Escrita Profissional" id="{3AD6FFCE-8FBA-4EA7-88E1-6ED61F7EB424}">
          <p14:sldIdLst>
            <p14:sldId id="2563"/>
          </p14:sldIdLst>
        </p14:section>
        <p14:section name="Boas práticas de digitação e formatação" id="{6E10CA5B-8EA3-4E1C-84CD-52704E3B00C7}">
          <p14:sldIdLst>
            <p14:sldId id="2564"/>
            <p14:sldId id="2565"/>
          </p14:sldIdLst>
        </p14:section>
        <p14:section name="Padrões de formatação profissional" id="{2FDA661A-9AAC-409E-875C-55C788DEC05C}">
          <p14:sldIdLst>
            <p14:sldId id="2566"/>
            <p14:sldId id="2567"/>
          </p14:sldIdLst>
        </p14:section>
        <p14:section name="Organização com tabelas" id="{D3339692-2C44-40E3-A26A-58D035BC02DA}">
          <p14:sldIdLst>
            <p14:sldId id="2568"/>
            <p14:sldId id="2569"/>
          </p14:sldIdLst>
        </p14:section>
        <p14:section name="Produtividade com modelos" id="{AD5ADEB1-5CDB-40F7-96F5-913D819BFAF5}">
          <p14:sldIdLst>
            <p14:sldId id="2570"/>
            <p14:sldId id="2571"/>
          </p14:sldIdLst>
        </p14:section>
        <p14:section name="Atividade prática" id="{13D09F94-0CB7-4E18-B20F-A710606CA59A}">
          <p14:sldIdLst>
            <p14:sldId id="2572"/>
            <p14:sldId id="257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9A418-C943-DD85-ADF2-615A2809C342}" name="Michaele Watts" initials="mlw" userId="Michaele Watts" providerId="None"/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20FD01-1F47-9337-6384-BD97BC344068}" v="25" dt="2026-02-23T21:44:39.930"/>
    <p1510:client id="{BB87D7A3-C09E-4EE4-A841-6DB97524EA47}" v="15" dt="2026-02-23T21:40:21.881"/>
    <p1510:client id="{F7D50D75-61EA-4732-A8F3-B25857B9E6DC}" v="18" dt="2026-02-23T22:05:10.917"/>
  </p1510:revLst>
</p1510:revInfo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87" autoAdjust="0"/>
    <p:restoredTop sz="94469"/>
  </p:normalViewPr>
  <p:slideViewPr>
    <p:cSldViewPr snapToGrid="0">
      <p:cViewPr varScale="1">
        <p:scale>
          <a:sx n="92" d="100"/>
          <a:sy n="92" d="100"/>
        </p:scale>
        <p:origin x="20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7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5D1EC30-5B0B-48D0-A1A8-66A96720DF24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B8FBFCE-2205-4B9C-81E5-532E0690D8C1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9F68A4D-42A7-45F7-9930-00E8DCB48D7E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FDD6F49-EBB7-4CCF-97A8-E526BB28BB6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Os conteúdos gerados por IA poderão estar incorretos.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553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https://onedrive.live.com/personal/776c842f626ef6a2/_layouts/15/doc.aspx?resid=39b0748b-70c6-4baf-8ac1-96800fefb02b&amp;cid=776c842f626ef6a2
A capa desta aula visa introduzir o tema de forma clara, profissional e visualmente equilibrada, transmitindo aos participantes uma sensação imediata de organização e seriedade institucional. A imagem sugerida — uma mesa de escritório limpa, acompanhada de um notebook moderno e uma xícara de café — cria uma atmosfera de foco, tranquilidade e produtividade, reforçando a ideia de que um ambiente bem estruturado favorece o trabalho mental e operacional. A escolha de cores em tons de azul e verde não é apenas estética: esses tons são frequentemente associados a confiança, estabilidade, segurança e ambiente institucional, características desejáveis no contexto profissional do CRAS. Além disso, esse padrão visual dialoga com as cores utilizadas nas aulas anteriores, promovendo coerência e continuidade no material do curso. O título “Produção de Relatórios e Escrita Profissional” indica que o foco da aula é fortalecer a habilidade de redigir documentos oficiais com clareza, técnica e padronização. Já o subtítulo “Informática para Agentes do CRAS – Aula 04” posiciona o conteúdo dentro da trilha formativa iniciada nas aulas anteriores. A junção desses elementos prepara o aluno para uma experiência de aprendizagem organizada, conectada e visualmente agradável.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2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fim do 'Caos do Enter'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773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Este tópico aborda um dos erros mais comuns no uso cotidiano do Word e Writer: a tentativa de formatar documentos utilizando recursos incorretos como a barra de espaço e o Enter. Esses hábitos, embora intuitivos para iniciantes, prejudicam profundamente a organização e padronização do texto. Explicar que o espaço não é um recurso de alinhamento e que o Enter não deve ser usado para pular páginas ajuda o aluno a compreender que a formatação correta depende do uso das ferramentas adequadas do editor de texto. A ideia de que 'o documento é a cara do seu trabalho' reforça o impacto profissional das boas práticas: um relatório desorganizado comunica falta de cuidado, enquanto um texto visualmente alinhado transmite responsabilidade e credibilidade. A comparação visual entre um documento bagunçado e outro organizado ajuda a fixar o conceito, mostrando que o cuidado estético não é superficial, mas sim uma ferramenta essencial para garantir clareza, leitura fluida e profissionalismo.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877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Regras de Ouro da Formatação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748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 formatação profissional segue padrões amplamente aceitos em ambientes técnicos e administrativos. O uso das fontes Arial ou Times New Roman, ambas no tamanho 12, confere seriedade e legibilidade ao texto, sendo essas tipografias padrão em ambientes públicos, jurídicos e acadêmicos. O alinhamento justificado, por sua vez, organiza o texto em blocos visuais simétricos, tornando a leitura mais estável aos olhos do leitor. Já o espaçamento de 1,5 entre linhas proporciona respiro adequado, facilitando a leitura fluida por gestores, coordenadores ou público técnico. Destacar visualmente ícones como régua e alinhamento justificado ajuda a reforçar o reconhecimento imediato desses elementos como ferramentas essenciais para garantir padrões formais. A utilização constante dessas regras promove padronização institucional, melhora a percepção profissional do documento e acelera o trabalho da equipe, evitando retrabalho com revisões estéticas.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26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Tabelas para organizar a vida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054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As tabelas não são ferramentas restritas à área de números. Em ambientes como o CRAS, elas se tornam recursos fundamentais para estruturar listas de presença, registros de visitas domiciliares, controles mensais e diversas formas de acompanhamento sistemático. Muitos profissionais ainda utilizam práticas improvisadas, como pontinhos ou múltiplos espaços, para tentar simular colunas — o que resulta em documentos desalinhados e difíceis de ler. Ensinar o uso correto das tabelas capacita o aluno a criar estruturas limpas, consistentes e que podem ser facilmente atualizadas. Além disso, aplicar um design simples — com cabeçalho destacado, linhas suaves e espaçamento uniforme — contribui visualmente para maior profissionalismo e clareza. A tabela é uma ferramenta poderosa para transformar caos em ordem, trazendo organização, padronização e facilidade de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100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Trabalhando de forma inteligente (Modelos)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723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Criar documentos do zero consome tempo e abre espaço para inconsistências. Por isso, o uso de modelos (templates) é fundamental para qualquer agente do CRAS que deseja acelerar sua rotina e padronizar documentos institucionais. Um template é um arquivo base contendo elementos fixos, como cabeçalho, assinatura, logomarca, data, fonte e margens do município. Ao salvar esses padrões uma única vez, o profissional só precisará preencher os dados variáveis nas próximas vezes, o que reduz drasticamente erros e padroniza relatórios, memorandos e listas de presença. A metáfora visual da engrenagem ou carimbo reforça a ideia de processo repetível e otimizado. Essa prática, além de aumentar a produtividade, garante identidade institucional e reduz divergências que costumam surgir quando cada agente edita o documento de maneira independente.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167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Desafio Prático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213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 atividade prática final visa consolidar imediatamente os conceitos trabalhados na aula, permitindo que o aluno experimente os recursos essenciais do editor de texto. Configurar margens de 2,5 cm reforça o padrão institucional; inserir um cabeçalho fictício promove o entendimento de elementos fixos; e criar uma tabela com três colunas — Nome, Data e Situação — estimula o domínio da estruturação de informações. O exercício incentiva o aluno a aplicar formatação correta, explorar ferramentas de layout e desenvolver autonomia. O uso de ícones como cronômetro ou alvo reforça visualmente a sensação de meta prática, tornando o aprendizado mais concreto e objetivo. Essa etapa promove segurança no uso do Word/Writer e reforça a ideia de que a prática é o caminho mais rápido para dominar a escrita profissional.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FDD6F49-EBB7-4CCF-97A8-E526BB28BB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44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5720" y="1605915"/>
            <a:ext cx="4480560" cy="2468880"/>
          </a:xfrm>
        </p:spPr>
        <p:txBody>
          <a:bodyPr rtlCol="0" anchor="b" anchorCtr="0">
            <a:normAutofit/>
          </a:bodyPr>
          <a:lstStyle>
            <a:lvl1pPr algn="ctr">
              <a:lnSpc>
                <a:spcPct val="100000"/>
              </a:lnSpc>
              <a:defRPr sz="48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1480" y="4245427"/>
            <a:ext cx="3749040" cy="1463040"/>
          </a:xfrm>
        </p:spPr>
        <p:txBody>
          <a:bodyPr rtlCol="0" anchor="t" anchorCtr="0"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5E30E4-6ABC-717D-EDA7-C6A92FCDB0F6}"/>
              </a:ext>
            </a:extLst>
          </p:cNvPr>
          <p:cNvSpPr>
            <a:spLocks noChangeAspect="1"/>
          </p:cNvSpPr>
          <p:nvPr userDrawn="1"/>
        </p:nvSpPr>
        <p:spPr>
          <a:xfrm>
            <a:off x="3069336" y="402336"/>
            <a:ext cx="6053328" cy="605332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06B797E-AAB7-2FA3-8ADB-E0218F350D22}"/>
              </a:ext>
            </a:extLst>
          </p:cNvPr>
          <p:cNvCxnSpPr>
            <a:cxnSpLocks/>
          </p:cNvCxnSpPr>
          <p:nvPr/>
        </p:nvCxnSpPr>
        <p:spPr>
          <a:xfrm flipV="1">
            <a:off x="6096000" y="0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8E586E34-FF91-68B8-CAEC-F84AD2DEEDB2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6455664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E8CCB10-9F99-49CE-839A-D1D1C8B51CC8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B72BBAB3-D3B1-A927-AFB7-E23615F2CD5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3A581A57-E7BF-DC2D-2E40-FD3FB95BA77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18602E52-B25B-C787-B432-FAE138B19417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2213978C-81F6-A536-CE48-A5BCDCD8424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3104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1170C3BF-B703-4A66-2FFE-1FD2365D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0080"/>
            <a:ext cx="10058400" cy="777239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6" name="Espaço Reservado para Conteúdo 15">
            <a:extLst>
              <a:ext uri="{FF2B5EF4-FFF2-40B4-BE49-F238E27FC236}">
                <a16:creationId xmlns:a16="http://schemas.microsoft.com/office/drawing/2014/main" id="{01884465-7638-4041-56EF-684A60E846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9848" y="1463040"/>
            <a:ext cx="10052050" cy="4754563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E5E13058-C9D5-FD2D-4E13-939A670076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F2AF45BD-F4F0-4F29-C005-BA3BC8AF0A6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8B8559CA-B25F-A779-165D-000F511BD53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7076E1BB-25B4-D52E-01F1-44C64375D6F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49C388FC-A0B6-481D-BEB4-876D3CFC3F7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950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 com Imagem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FE20B57-74C2-7AD8-6E07-D29EE6A6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912" y="4597404"/>
            <a:ext cx="9784077" cy="980435"/>
          </a:xfrm>
        </p:spPr>
        <p:txBody>
          <a:bodyPr rtlCol="0" anchor="b">
            <a:noAutofit/>
          </a:bodyPr>
          <a:lstStyle>
            <a:lvl1pPr>
              <a:defRPr sz="4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B28025AC-332D-ADB0-3E96-03E4761BBC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8" y="5668963"/>
            <a:ext cx="9784842" cy="639762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8258" y="404999"/>
            <a:ext cx="10575485" cy="383680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1" b="-667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040831" y="4203335"/>
            <a:ext cx="3494314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5904286-3DEB-9849-219D-A085C0024794}"/>
              </a:ext>
            </a:extLst>
          </p:cNvPr>
          <p:cNvCxnSpPr>
            <a:cxnSpLocks/>
          </p:cNvCxnSpPr>
          <p:nvPr/>
        </p:nvCxnSpPr>
        <p:spPr>
          <a:xfrm>
            <a:off x="803185" y="4267354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FCF7D0C-5069-E36A-74BE-09B74A8BDF5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23A121A0-9E65-3E8B-DBB2-52D98873A8C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62B9F357-72AD-336C-0877-A0314E6529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A373381C-AC31-FE63-FC5F-EFE48EAFF6B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03AEBC41-77CA-7255-DEC2-73C82A6D4E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0553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m Imagem 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08D1A68-0FAC-B397-3F43-E7E6DB16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5598" y="1126010"/>
            <a:ext cx="4668639" cy="3478778"/>
          </a:xfrm>
        </p:spPr>
        <p:txBody>
          <a:bodyPr rtlCol="0" anchor="b">
            <a:normAutofit/>
          </a:bodyPr>
          <a:lstStyle>
            <a:lvl1pPr>
              <a:defRPr sz="4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4E97102-355A-91BC-FF97-2F2F544144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94891711-2302-9D63-B25E-AF7AF07C3A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5598" y="4731335"/>
            <a:ext cx="4668642" cy="1193728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10" name="Espaço Reservado para Imagem 10">
            <a:extLst>
              <a:ext uri="{FF2B5EF4-FFF2-40B4-BE49-F238E27FC236}">
                <a16:creationId xmlns:a16="http://schemas.microsoft.com/office/drawing/2014/main" id="{391879C3-FF15-5DBC-60E1-15862E5236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7791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52" t="75" r="1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EF24230-5D44-0E0B-741C-23E5B8A506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59DF417E-29EA-8AA4-1FB6-094EEC6C1C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58922217-2748-2314-B47E-D795069B2538}"/>
              </a:ext>
            </a:extLst>
          </p:cNvPr>
          <p:cNvCxnSpPr>
            <a:cxnSpLocks/>
          </p:cNvCxnSpPr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o 12">
            <a:extLst>
              <a:ext uri="{FF2B5EF4-FFF2-40B4-BE49-F238E27FC236}">
                <a16:creationId xmlns:a16="http://schemas.microsoft.com/office/drawing/2014/main" id="{2C0D6AF0-B6F6-A093-A469-888C617C34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D46E95A7-955E-FC5B-D104-EC6701D6FA6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4445FC1A-7536-FA20-E5DC-2D810097554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1BB12FF6-F32F-DFCA-9885-6FE91F1A8A3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7FE863DC-51BC-8D1D-3164-799EBBDAD6F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7141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m Imagem 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7E3D082D-5D35-2F9F-90C3-021CD215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18" y="782840"/>
            <a:ext cx="4572587" cy="3661142"/>
          </a:xfrm>
        </p:spPr>
        <p:txBody>
          <a:bodyPr rtlCol="0">
            <a:normAutofit/>
          </a:bodyPr>
          <a:lstStyle>
            <a:lvl1pPr>
              <a:defRPr sz="4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8AA1BC-11EF-D28B-C0E1-F2D685AF72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5B07658D-2C15-0859-FC14-231204836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8" y="4663439"/>
            <a:ext cx="4571996" cy="1380739"/>
          </a:xfrm>
        </p:spPr>
        <p:txBody>
          <a:bodyPr rtlCol="0"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10" name="Espaço Reservado para Imagem 10">
            <a:extLst>
              <a:ext uri="{FF2B5EF4-FFF2-40B4-BE49-F238E27FC236}">
                <a16:creationId xmlns:a16="http://schemas.microsoft.com/office/drawing/2014/main" id="{3565B300-A92A-F114-82AF-D815794F430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9048" y="402336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1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97B55B-A218-74B5-0BEE-22235E9B8B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0210BF7-333F-24FE-D2DF-7331FF9658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BCC99E2D-452C-18BB-7BBF-6B7623C54B61}"/>
              </a:ext>
            </a:extLst>
          </p:cNvPr>
          <p:cNvCxnSpPr/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o 6">
            <a:extLst>
              <a:ext uri="{FF2B5EF4-FFF2-40B4-BE49-F238E27FC236}">
                <a16:creationId xmlns:a16="http://schemas.microsoft.com/office/drawing/2014/main" id="{BEF9994A-73A8-CE11-7B98-7EA7C4CD1EA5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C7A9A682-C17C-6F60-46E3-F77E33DAF30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D5C5B78E-1DDD-2C3B-5815-0AA0E821DFC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661B8608-E98C-230E-455F-2EB092A04E7E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3AD2C4CF-5F74-8957-6184-413A56C8EDF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3688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m imagem 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2C0D6AF0-B6F6-A093-A469-888C617C34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D46E95A7-955E-FC5B-D104-EC6701D6FA6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4445FC1A-7536-FA20-E5DC-2D810097554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1BB12FF6-F32F-DFCA-9885-6FE91F1A8A3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7FE863DC-51BC-8D1D-3164-799EBBDAD6F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58922217-2748-2314-B47E-D795069B2538}"/>
              </a:ext>
            </a:extLst>
          </p:cNvPr>
          <p:cNvCxnSpPr>
            <a:cxnSpLocks/>
          </p:cNvCxnSpPr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>
            <a:extLst>
              <a:ext uri="{FF2B5EF4-FFF2-40B4-BE49-F238E27FC236}">
                <a16:creationId xmlns:a16="http://schemas.microsoft.com/office/drawing/2014/main" id="{0DB7B0F2-3D52-79E2-8444-B82E34B5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786384"/>
            <a:ext cx="4668637" cy="3460492"/>
          </a:xfrm>
        </p:spPr>
        <p:txBody>
          <a:bodyPr rtlCol="0">
            <a:normAutofit/>
          </a:bodyPr>
          <a:lstStyle>
            <a:lvl1pPr>
              <a:defRPr sz="4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4E97102-355A-91BC-FF97-2F2F544144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0" name="Espaço Reservado para Imagem 10">
            <a:extLst>
              <a:ext uri="{FF2B5EF4-FFF2-40B4-BE49-F238E27FC236}">
                <a16:creationId xmlns:a16="http://schemas.microsoft.com/office/drawing/2014/main" id="{391879C3-FF15-5DBC-60E1-15862E5236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7791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52" t="75" r="1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  </a:t>
            </a:r>
          </a:p>
        </p:txBody>
      </p:sp>
      <p:sp>
        <p:nvSpPr>
          <p:cNvPr id="6" name="Espaço Reservado para Texto 12">
            <a:extLst>
              <a:ext uri="{FF2B5EF4-FFF2-40B4-BE49-F238E27FC236}">
                <a16:creationId xmlns:a16="http://schemas.microsoft.com/office/drawing/2014/main" id="{944F125D-7632-1E4B-E35B-4A1B552FC8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5599" y="4663439"/>
            <a:ext cx="4668641" cy="1380744"/>
          </a:xfrm>
        </p:spPr>
        <p:txBody>
          <a:bodyPr rtlCol="0"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EF24230-5D44-0E0B-741C-23E5B8A506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59DF417E-29EA-8AA4-1FB6-094EEC6C1C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357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008E949C-4552-505B-2374-1AD98378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7" y="786382"/>
            <a:ext cx="7589520" cy="3474721"/>
          </a:xfrm>
        </p:spPr>
        <p:txBody>
          <a:bodyPr rtlCol="0">
            <a:noAutofit/>
          </a:bodyPr>
          <a:lstStyle>
            <a:lvl1pPr>
              <a:defRPr sz="7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0" name="Espaço Reservado para Texto 12">
            <a:extLst>
              <a:ext uri="{FF2B5EF4-FFF2-40B4-BE49-F238E27FC236}">
                <a16:creationId xmlns:a16="http://schemas.microsoft.com/office/drawing/2014/main" id="{96AD6200-A62D-83E5-67FF-7C9D21BC40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7" y="4480561"/>
            <a:ext cx="6655519" cy="1563618"/>
          </a:xfrm>
        </p:spPr>
        <p:txBody>
          <a:bodyPr rtlCol="0"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FFF68E49-FB2F-EE46-BBC5-687EFFAC5B44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3A684535-D8D6-3C5C-2F48-CF561A53589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A053CEFA-651F-E217-0B0C-E52881B35E2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921F9794-829E-FFF3-35B9-FBE5704507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51C86891-1380-AD13-7BB7-52F437FF17F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9315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B89E9313-4D10-F4B7-8D91-79EDA5D7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4" y="1073329"/>
            <a:ext cx="7876287" cy="3592629"/>
          </a:xfrm>
        </p:spPr>
        <p:txBody>
          <a:bodyPr rtlCol="0" anchor="b">
            <a:normAutofit/>
          </a:bodyPr>
          <a:lstStyle>
            <a:lvl1pPr>
              <a:defRPr sz="72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0" name="Espaço Reservado para Texto 12">
            <a:extLst>
              <a:ext uri="{FF2B5EF4-FFF2-40B4-BE49-F238E27FC236}">
                <a16:creationId xmlns:a16="http://schemas.microsoft.com/office/drawing/2014/main" id="{9CF64426-6D11-A40D-4E5E-20B779D81E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7" y="4715111"/>
            <a:ext cx="7375466" cy="1014984"/>
          </a:xfrm>
        </p:spPr>
        <p:txBody>
          <a:bodyPr rtlCol="0" anchor="t">
            <a:normAutofit/>
          </a:bodyPr>
          <a:lstStyle>
            <a:lvl1pPr marL="0" indent="0">
              <a:buNone/>
              <a:defRPr sz="2000"/>
            </a:lvl1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54162085-B82B-D70C-0D7A-22C4D7233FBB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9B9AC621-2F3F-131D-52E8-A4984237541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D3C01039-2702-D6CF-0CAF-7BDB73F165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176C98EB-F220-E16C-9F07-94D78E1A0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BF953B0C-5FF3-5CCF-848F-BB45DDA545A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0300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005840"/>
            <a:ext cx="9601200" cy="2621154"/>
          </a:xfrm>
        </p:spPr>
        <p:txBody>
          <a:bodyPr rtlCol="0" anchor="b" anchorCtr="0">
            <a:normAutofit/>
          </a:bodyPr>
          <a:lstStyle>
            <a:lvl1pPr algn="ctr">
              <a:defRPr sz="6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3749039"/>
            <a:ext cx="9601200" cy="2103120"/>
          </a:xfrm>
        </p:spPr>
        <p:txBody>
          <a:bodyPr rtlCol="0" anchor="t" anchorCtr="0"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E52FAD7B-9B0A-857E-5CD0-3E3F44C18648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C00D7A0C-A4FC-D6C3-FB54-CEA8FB8E533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54A9338F-57CD-1C5E-080E-1648C5C9F9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A9DEB5BD-7064-53F1-55A5-85BC50666D0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C943BB38-B6FB-D943-9359-FE7ED3ABB29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2662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0040" y="2103120"/>
            <a:ext cx="3931920" cy="2011680"/>
          </a:xfrm>
        </p:spPr>
        <p:txBody>
          <a:bodyPr rtlCol="0" anchor="b" anchorCtr="0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00" y="4177393"/>
            <a:ext cx="2743200" cy="1097280"/>
          </a:xfrm>
        </p:spPr>
        <p:txBody>
          <a:bodyPr rtlCol="0" anchor="t" anchorCtr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  <a:endParaRPr lang="en-U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8539BFE6-4C9C-5B1E-ED2D-D672723D9480}"/>
              </a:ext>
            </a:extLst>
          </p:cNvPr>
          <p:cNvGrpSpPr/>
          <p:nvPr userDrawn="1"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8E4F5756-0D00-A0C9-4813-70C9B7C191EE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0B2B78D9-04A0-2DE2-227F-950F1640461C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5F1CFAC1-EF4C-3A94-56C0-11F4FA3BBF8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58629CBD-3927-3D28-1F30-9F6EA745382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588387A3-E4C6-1FA3-B53D-8321DABF7F57}"/>
              </a:ext>
            </a:extLst>
          </p:cNvPr>
          <p:cNvSpPr/>
          <p:nvPr userDrawn="1"/>
        </p:nvSpPr>
        <p:spPr>
          <a:xfrm>
            <a:off x="3635480" y="966343"/>
            <a:ext cx="4921041" cy="4921041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D347A20-E5CE-D48A-532A-43A9AE6D845E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010530ED-939C-9AE3-E2AA-C67A3BAE230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61E0B585-5421-AB6C-F2B4-387F4FCC3B8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47F59087-71C3-F7D4-40F9-C5030341EBF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511F614F-4E8C-C510-F9CA-18D5C8F8000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882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1143000"/>
            <a:ext cx="7772400" cy="4572000"/>
          </a:xfrm>
        </p:spPr>
        <p:txBody>
          <a:bodyPr rtlCol="0" anchor="ctr" anchorCtr="0">
            <a:normAutofit/>
          </a:bodyPr>
          <a:lstStyle>
            <a:lvl1pPr algn="ctr">
              <a:defRPr sz="6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8F319F3-7ADB-A297-31E7-B4ECAED75F6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9342D09D-B576-2CDA-0E02-F693119B459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AFE4725A-AB5F-A233-599A-4D9D5792EF7D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3E93BF32-D165-B68D-46A9-E4857CC06E9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FDFA350C-9C20-0040-6C52-924473C264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308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7160" y="1463040"/>
            <a:ext cx="4297680" cy="3931920"/>
          </a:xfrm>
        </p:spPr>
        <p:txBody>
          <a:bodyPr rtlCol="0" anchor="ctr" anchorCtr="0">
            <a:normAutofit/>
          </a:bodyPr>
          <a:lstStyle>
            <a:lvl1pPr algn="ctr">
              <a:defRPr sz="5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2" name="Espaço Reservado para Data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14" name="Espaço Reservado para o Número do Slide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364D07C-30EB-180E-ECA5-7D994FB6B458}"/>
              </a:ext>
            </a:extLst>
          </p:cNvPr>
          <p:cNvGrpSpPr/>
          <p:nvPr/>
        </p:nvGrpSpPr>
        <p:grpSpPr>
          <a:xfrm>
            <a:off x="801384" y="402336"/>
            <a:ext cx="10591869" cy="6053328"/>
            <a:chOff x="801384" y="402336"/>
            <a:chExt cx="10591869" cy="605332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04066B-2A84-9323-C5DA-5B348302F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9336" y="402336"/>
              <a:ext cx="6053328" cy="605332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1ADA6AEC-ECB3-F1C7-E764-B8ADFE06411F}"/>
                </a:ext>
              </a:extLst>
            </p:cNvPr>
            <p:cNvCxnSpPr>
              <a:cxnSpLocks/>
            </p:cNvCxnSpPr>
            <p:nvPr/>
          </p:nvCxnSpPr>
          <p:spPr>
            <a:xfrm>
              <a:off x="80138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D80DB266-E37E-7698-DB7E-6D9E94BDFA72}"/>
                </a:ext>
              </a:extLst>
            </p:cNvPr>
            <p:cNvCxnSpPr>
              <a:cxnSpLocks/>
            </p:cNvCxnSpPr>
            <p:nvPr/>
          </p:nvCxnSpPr>
          <p:spPr>
            <a:xfrm>
              <a:off x="912266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219D4A54-15D9-3C99-7553-173F66B741B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644712B6-CD65-6015-EC36-F8A05F355A6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C082FE47-168D-894B-9992-69DDA276429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7CB7F1E8-9C58-EB4B-7C58-F14781D8EA5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020AA4AF-279E-969C-C602-1D4B7466E4B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563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0040" y="1645920"/>
            <a:ext cx="3931920" cy="3566160"/>
          </a:xfrm>
        </p:spPr>
        <p:txBody>
          <a:bodyPr rtlCol="0" anchor="ctr" anchorCtr="0">
            <a:normAutofit/>
          </a:bodyPr>
          <a:lstStyle>
            <a:lvl1pPr algn="ctr">
              <a:defRPr sz="5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2" name="Espaço Reservado para Data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14" name="Espaço Reservado para o Número do Slide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9B2419B5-61E2-FD73-4DC0-6BD4FEA22BC7}"/>
              </a:ext>
            </a:extLst>
          </p:cNvPr>
          <p:cNvGrpSpPr/>
          <p:nvPr/>
        </p:nvGrpSpPr>
        <p:grpSpPr>
          <a:xfrm>
            <a:off x="3357372" y="400050"/>
            <a:ext cx="5477256" cy="6053507"/>
            <a:chOff x="3357372" y="400050"/>
            <a:chExt cx="5477256" cy="605350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04066B-2A84-9323-C5DA-5B348302F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7372" y="690372"/>
              <a:ext cx="5477256" cy="5477256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E90D9250-FE41-6A62-63E0-45557F7A821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050"/>
              <a:ext cx="0" cy="2903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4FB5D07D-F48B-B558-CC22-73A8D1D25CE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163235"/>
              <a:ext cx="0" cy="2903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1A553EE4-7656-051D-B9EA-5CE4DF67F1B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EB995F0C-E3CB-71F5-AA4A-3E0C2250F6D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24E96190-C8C5-5A5E-583F-A1FA14CA530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8333EFCA-48D0-CA03-8F58-5201249ED94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938BC0BD-74F3-CF74-E3F6-B1AB0632536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273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7160" y="1463040"/>
            <a:ext cx="4297680" cy="3931920"/>
          </a:xfrm>
        </p:spPr>
        <p:txBody>
          <a:bodyPr rtlCol="0" anchor="ctr" anchorCtr="0">
            <a:normAutofit/>
          </a:bodyPr>
          <a:lstStyle>
            <a:lvl1pPr algn="ctr">
              <a:defRPr sz="5000"/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2" name="Espaço Reservado para Data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14" name="Espaço Reservado para o Número do Slide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04066B-2A84-9323-C5DA-5B348302F471}"/>
              </a:ext>
            </a:extLst>
          </p:cNvPr>
          <p:cNvSpPr>
            <a:spLocks noChangeAspect="1"/>
          </p:cNvSpPr>
          <p:nvPr/>
        </p:nvSpPr>
        <p:spPr>
          <a:xfrm>
            <a:off x="3069336" y="402336"/>
            <a:ext cx="6053328" cy="605332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B1BE2BD-7F8B-7C22-CFB1-672436A435C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096000" y="0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3605ED7-A153-EC6F-5FAD-36B4B4358E06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6096000" y="6455664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3C8215DB-D097-7C38-9C71-D1CFEFEF6A85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E0A25622-E70C-87A2-8948-57015501A771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6BC90E86-9351-B357-1E5C-6FFBE66DCF8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0002D9F6-1ABE-59A5-65EE-083DC0F5BBA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A95F9938-96CE-D789-BC11-3480B8489FD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917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32" y="862335"/>
            <a:ext cx="4389120" cy="5120640"/>
          </a:xfrm>
        </p:spPr>
        <p:txBody>
          <a:bodyPr rtlCol="0"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47100" y="816615"/>
            <a:ext cx="4389120" cy="5212080"/>
          </a:xfrm>
        </p:spPr>
        <p:txBody>
          <a:bodyPr rtlCol="0" anchor="ctr" anchorCtr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5097BF5B-32BC-BBD0-CF2F-278F9759F7B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1B8C6683-0AEB-503B-BAF1-51DAAF22F621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7B2043B3-B90B-491D-9203-45C5F867EC8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5AE574BD-DC36-6D57-B675-4DC205A2F99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8D0042C9-94A3-B61B-E948-DEAD329E857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2D93BD77-3686-B555-2FC0-ACF67E598393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065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 com Imagem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623" y="822960"/>
            <a:ext cx="4342337" cy="2103120"/>
          </a:xfrm>
        </p:spPr>
        <p:txBody>
          <a:bodyPr rtlCol="0" anchor="t" anchorCtr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89E984F9-2199-EBFA-F2CC-8763C190A2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6" name="Espaço Reservado para Imagem 10">
            <a:extLst>
              <a:ext uri="{FF2B5EF4-FFF2-40B4-BE49-F238E27FC236}">
                <a16:creationId xmlns:a16="http://schemas.microsoft.com/office/drawing/2014/main" id="{3699909B-C939-96B1-BC6D-ADAB553102E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672" y="402336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r="1" b="2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0623" y="3834765"/>
            <a:ext cx="4343400" cy="2103120"/>
          </a:xfrm>
        </p:spPr>
        <p:txBody>
          <a:bodyPr rtlCol="0">
            <a:normAutofit/>
          </a:bodyPr>
          <a:lstStyle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143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D52F3B9-F3FC-C6BA-2D5C-232401B1DDB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FAA914D9-9468-7038-39C3-3B639A66D8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B20CE65A-BB1E-AC85-3441-39F20A18F2A5}"/>
              </a:ext>
            </a:extLst>
          </p:cNvPr>
          <p:cNvGrpSpPr/>
          <p:nvPr/>
        </p:nvGrpSpPr>
        <p:grpSpPr>
          <a:xfrm>
            <a:off x="6093848" y="402336"/>
            <a:ext cx="5297241" cy="6053328"/>
            <a:chOff x="6093848" y="402336"/>
            <a:chExt cx="5297241" cy="6053328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0B186CB7-6AEB-B743-4514-FD48EC8624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3848" y="3425476"/>
              <a:ext cx="529724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D6BA0EC0-9334-E3BD-A943-2A6CE641D18A}"/>
                </a:ext>
              </a:extLst>
            </p:cNvPr>
            <p:cNvCxnSpPr/>
            <p:nvPr/>
          </p:nvCxnSpPr>
          <p:spPr>
            <a:xfrm>
              <a:off x="6099748" y="402336"/>
              <a:ext cx="0" cy="60533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3E199F47-2C0A-4C3F-B557-642A89A02175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487DDCC1-3A31-C96B-B944-3D034E35CE5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F521C807-39D4-D4AA-9527-8658CEF781D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C2E28386-8201-E969-93C4-035054A6593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515476B2-B1B9-0305-3417-F5958B27BB8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3378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52" y="816615"/>
            <a:ext cx="4297680" cy="5212080"/>
          </a:xfrm>
        </p:spPr>
        <p:txBody>
          <a:bodyPr rtlCol="0"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E79C5E13-DAC4-195E-1928-8B3D9E93B84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4000" y="2184400"/>
            <a:ext cx="4298950" cy="2468563"/>
          </a:xfrm>
        </p:spPr>
        <p:txBody>
          <a:bodyPr rtlCol="0" anchor="ctr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5D4AF90E-26F2-BCC1-1730-ECA670AFE5A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387397F7-ED9A-8F00-3F67-261E1D3015B7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9DFA2613-2C66-F678-F8F9-98BC7AA76A7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79C37B4F-9C8D-F842-D910-EFB122B37BA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D9ABB5DB-6C07-7796-F8FD-C5EF39B54DC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F1FF3CE0-FE95-A5D4-5EF7-60EA03431A10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571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 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52" y="816615"/>
            <a:ext cx="4297680" cy="5212080"/>
          </a:xfrm>
        </p:spPr>
        <p:txBody>
          <a:bodyPr rtlCol="0"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9369" y="1045029"/>
            <a:ext cx="3900879" cy="4663440"/>
          </a:xfrm>
        </p:spPr>
        <p:txBody>
          <a:bodyPr rtlCol="0" anchor="ctr" anchorCtr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382062BE-564D-E723-4D32-E97A7D6D9BFF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o 12">
            <a:extLst>
              <a:ext uri="{FF2B5EF4-FFF2-40B4-BE49-F238E27FC236}">
                <a16:creationId xmlns:a16="http://schemas.microsoft.com/office/drawing/2014/main" id="{8724391A-72C8-59EB-093A-7DB51C79B077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8EFAD0B9-5EED-C0C3-D1D9-648F10ED7BE6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4BB9583C-8B41-3D50-9FDD-E26958D31AFD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AFEAC0D2-6922-25FF-877D-8CDA3D65C5E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928399D9-F337-D887-E4B6-C348B7A9629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2314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32" y="816615"/>
            <a:ext cx="4389120" cy="5212080"/>
          </a:xfrm>
        </p:spPr>
        <p:txBody>
          <a:bodyPr rtlCol="0"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14BC836E-EE23-E8E8-F704-10EB1EBA07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45248" y="816615"/>
            <a:ext cx="4389104" cy="5224768"/>
          </a:xfrm>
        </p:spPr>
        <p:txBody>
          <a:bodyPr rtlCol="0" anchor="ctr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8535B3E4-3247-E935-5816-43C07DF6498F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80567FB-D8E5-4494-8865-28151857CC4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312D679A-B370-3459-D826-984A8FAAB54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1A0B87DB-56D9-FC57-14D7-948086B86C1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B510EE14-987F-5583-91B2-3C68EE913C1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91296E2B-A6A5-A82B-D158-69450A5EA39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0716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F1BE259E-88AB-BB2B-BAA5-9AF1880F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0080"/>
            <a:ext cx="10058400" cy="731518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63040"/>
            <a:ext cx="10058400" cy="4389120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70FE2746-CBB4-791D-92ED-7D4BA96D0C9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B872F8CD-9781-5B69-6A2F-ACD2927779DB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B209B7C8-C55B-17E4-6C60-9C15BB7A632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0F0942E2-D6E0-4A3B-CF5E-C7A8F0B917C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6A5B6906-9443-FEB0-23E3-78142F3660A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16349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33C509E-C7AC-2821-160D-02A10B58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640080"/>
            <a:ext cx="10058400" cy="731519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B53C0EFA-B5AE-CA80-DC77-DA3E8AC5A30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69975" y="1463675"/>
            <a:ext cx="10052050" cy="4754563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2D0433CD-47AD-50BF-BD73-0A8881E7799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6F453102-CF88-5F5D-F01F-D55DFF9F821B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A0331B85-F551-1D98-E249-E17615E9AA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BF1728A5-B526-3330-7A6A-8E6E4F5AB12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DC48EDDF-9CB1-4C44-B1E2-CC97C6F10B3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8049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 Imagem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5002" y="786386"/>
            <a:ext cx="2769913" cy="1965960"/>
          </a:xfrm>
        </p:spPr>
        <p:txBody>
          <a:bodyPr rtlCol="0"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160F07FB-C605-C475-2466-273F0A3662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6510"/>
            <a:ext cx="6984300" cy="605688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278" t="97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25002" y="2899068"/>
            <a:ext cx="2769913" cy="3154260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967EAB-987E-5A82-3A52-4B05A2268E0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CDB01B09-0705-352B-A1FA-3E626EF0691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FCEB4D60-2464-A9C4-215B-159431C1081B}"/>
              </a:ext>
            </a:extLst>
          </p:cNvPr>
          <p:cNvCxnSpPr/>
          <p:nvPr/>
        </p:nvCxnSpPr>
        <p:spPr>
          <a:xfrm>
            <a:off x="7790269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upo 13">
            <a:extLst>
              <a:ext uri="{FF2B5EF4-FFF2-40B4-BE49-F238E27FC236}">
                <a16:creationId xmlns:a16="http://schemas.microsoft.com/office/drawing/2014/main" id="{86F5C2EA-B780-9C9C-77C2-9C6E76A4045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856C059-7605-4C77-F758-743839E0750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BDD5A105-823E-7F57-9BD9-B921E9D0B77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812C3FE9-B32A-64E0-FF0E-729AFCAC0FF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D29F84BA-E3BA-190A-D926-B57563866DF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7093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6"/>
            <a:ext cx="2733933" cy="1965960"/>
          </a:xfrm>
        </p:spPr>
        <p:txBody>
          <a:bodyPr rtlCol="0"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160F07FB-C605-C475-2466-273F0A3662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2899068"/>
            <a:ext cx="2733933" cy="3154260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7207" y="396510"/>
            <a:ext cx="6984300" cy="605688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278" t="97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967EAB-987E-5A82-3A52-4B05A2268E0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CDB01B09-0705-352B-A1FA-3E626EF0691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FCEB4D60-2464-A9C4-215B-159431C1081B}"/>
              </a:ext>
            </a:extLst>
          </p:cNvPr>
          <p:cNvCxnSpPr/>
          <p:nvPr/>
        </p:nvCxnSpPr>
        <p:spPr>
          <a:xfrm>
            <a:off x="439244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upo 13">
            <a:extLst>
              <a:ext uri="{FF2B5EF4-FFF2-40B4-BE49-F238E27FC236}">
                <a16:creationId xmlns:a16="http://schemas.microsoft.com/office/drawing/2014/main" id="{2B306094-CD46-FD37-15EF-7C5ED43D2E0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1313FC44-1419-B29C-2719-5D21B5FAB87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FE635384-8C2F-F008-F19F-E7277C4CD82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0F94D592-13C7-2B81-775C-17CEE45C682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BAAC0629-36FF-17F3-D1B6-1FFADC425E4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4693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4292076"/>
            <a:ext cx="3291840" cy="1737355"/>
          </a:xfrm>
        </p:spPr>
        <p:txBody>
          <a:bodyPr rtlCol="0"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400050"/>
            <a:ext cx="10561320" cy="3602303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-17566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63440" y="4292076"/>
            <a:ext cx="6309360" cy="1737360"/>
          </a:xfrm>
        </p:spPr>
        <p:txBody>
          <a:bodyPr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0B41AB78-00EA-C6DB-5859-59235D680038}"/>
              </a:ext>
            </a:extLst>
          </p:cNvPr>
          <p:cNvCxnSpPr>
            <a:cxnSpLocks/>
          </p:cNvCxnSpPr>
          <p:nvPr/>
        </p:nvCxnSpPr>
        <p:spPr>
          <a:xfrm>
            <a:off x="803185" y="4018394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>
            <a:extLst>
              <a:ext uri="{FF2B5EF4-FFF2-40B4-BE49-F238E27FC236}">
                <a16:creationId xmlns:a16="http://schemas.microsoft.com/office/drawing/2014/main" id="{E402F3EE-5A8F-A913-E4A4-DE5F2B1F2E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AFB51874-0819-129D-10E6-493F10681A3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ADDD5B01-D5A3-844C-1227-68F4BC23071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82B9A768-047B-4797-F4FA-1949EC09586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55CE28C1-4A24-5039-21A3-CAB1FFE878C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843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3291840" cy="1737360"/>
          </a:xfrm>
        </p:spPr>
        <p:txBody>
          <a:bodyPr rtlCol="0"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63440" y="786384"/>
            <a:ext cx="6309360" cy="1737360"/>
          </a:xfrm>
        </p:spPr>
        <p:txBody>
          <a:bodyPr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0255FBD2-735E-C257-607E-CB2F585DBB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5340" y="2831629"/>
            <a:ext cx="10561320" cy="3602303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-17566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0B41AB78-00EA-C6DB-5859-59235D680038}"/>
              </a:ext>
            </a:extLst>
          </p:cNvPr>
          <p:cNvCxnSpPr>
            <a:cxnSpLocks/>
          </p:cNvCxnSpPr>
          <p:nvPr/>
        </p:nvCxnSpPr>
        <p:spPr>
          <a:xfrm>
            <a:off x="803185" y="2802870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>
            <a:extLst>
              <a:ext uri="{FF2B5EF4-FFF2-40B4-BE49-F238E27FC236}">
                <a16:creationId xmlns:a16="http://schemas.microsoft.com/office/drawing/2014/main" id="{E402F3EE-5A8F-A913-E4A4-DE5F2B1F2E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AFB51874-0819-129D-10E6-493F10681A3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ADDD5B01-D5A3-844C-1227-68F4BC23071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82B9A768-047B-4797-F4FA-1949EC09586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55CE28C1-4A24-5039-21A3-CAB1FFE878C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2788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0" y="786385"/>
            <a:ext cx="3291840" cy="1499615"/>
          </a:xfrm>
        </p:spPr>
        <p:txBody>
          <a:bodyPr rtlCol="0"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54FEC1-7004-7D66-39C0-5B3A0B2E46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3" y="400050"/>
            <a:ext cx="6452176" cy="6052952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39" t="38" r="-126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0" y="2468880"/>
            <a:ext cx="3291840" cy="3549735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FF019D-CA37-05FF-D534-08FDF17D319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33C82A8A-3017-C293-CAA4-79DAC74143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49BCF003-D6AC-D9E0-C254-602FAE60278B}"/>
              </a:ext>
            </a:extLst>
          </p:cNvPr>
          <p:cNvCxnSpPr/>
          <p:nvPr/>
        </p:nvCxnSpPr>
        <p:spPr>
          <a:xfrm>
            <a:off x="7267016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980CB927-6193-3B14-8326-BBA8970C4F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0BDFF263-1BF6-293B-B046-2941778BCA5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ADA48FB5-B732-D35D-2F75-840EFFCA6EF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B64D5118-DFE8-485E-6BE3-B042C0129B0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6C779D56-9125-9DD5-D919-9FBC4DE4C9C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8883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2" y="790302"/>
            <a:ext cx="3291840" cy="1499616"/>
          </a:xfrm>
        </p:spPr>
        <p:txBody>
          <a:bodyPr rtlCol="0"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2F358B6-BD90-E536-E301-EAF518F93DD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2468880"/>
            <a:ext cx="3291840" cy="3547872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25692" y="402336"/>
            <a:ext cx="6455664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271" t="1" r="-2" b="1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F65757A-4818-B0C9-F86A-A70480EA9B0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BF0B5840-4614-F082-0EE8-166E877279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3BE0255-54E9-B23E-623C-F5C3D5397CDC}"/>
              </a:ext>
            </a:extLst>
          </p:cNvPr>
          <p:cNvCxnSpPr/>
          <p:nvPr/>
        </p:nvCxnSpPr>
        <p:spPr>
          <a:xfrm>
            <a:off x="4911667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7B048E29-F249-FCD5-75C6-EF3AD539208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EB581520-7C65-58B5-6A72-4A87A2886B4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D6D33EF2-FCD9-64BB-D5BD-71A6C1A0BC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674CC74B-22E1-1F2A-8B43-52BB3A2671A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1133C6DA-321C-7253-1FDF-F238DBFA8D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2167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7" y="786384"/>
            <a:ext cx="5456295" cy="1005840"/>
          </a:xfrm>
        </p:spPr>
        <p:txBody>
          <a:bodyPr rtlCol="0"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39D9456A-3FB8-5960-7F55-D6B686CFFC7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7" y="1920240"/>
            <a:ext cx="5456295" cy="4206240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78133" y="402336"/>
            <a:ext cx="4307415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549" r="-1547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C242EA1D-81E7-620D-1BD8-6D18329BD22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C81505A7-ADCB-6529-BE02-48BD8F2CFD0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40A70D03-884A-50D9-2A83-C93ADDD49A38}"/>
              </a:ext>
            </a:extLst>
          </p:cNvPr>
          <p:cNvCxnSpPr/>
          <p:nvPr/>
        </p:nvCxnSpPr>
        <p:spPr>
          <a:xfrm>
            <a:off x="705444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>
            <a:extLst>
              <a:ext uri="{FF2B5EF4-FFF2-40B4-BE49-F238E27FC236}">
                <a16:creationId xmlns:a16="http://schemas.microsoft.com/office/drawing/2014/main" id="{69C2927C-12EE-49B3-DF99-04A869F1E1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D0EFC1CE-B3AD-ED82-4797-595D2898220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842A2DBA-4EA6-1D56-360C-A2123A287B6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4281C874-21DE-792C-9FEE-BF48EECBBC6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486A35DD-6C6E-B96F-0038-DD2CD277792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15732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0" y="786384"/>
            <a:ext cx="5394960" cy="1005840"/>
          </a:xfrm>
        </p:spPr>
        <p:txBody>
          <a:bodyPr rtlCol="0"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626D65-1470-5355-C0AB-4C755AE3646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5" name="Espaço Reservado para Imagem 10">
            <a:extLst>
              <a:ext uri="{FF2B5EF4-FFF2-40B4-BE49-F238E27FC236}">
                <a16:creationId xmlns:a16="http://schemas.microsoft.com/office/drawing/2014/main" id="{26947C16-472E-02E4-EE92-74FC49AB38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1700" y="402336"/>
            <a:ext cx="4382592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123" t="151" r="-225" b="-151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7840" y="1920240"/>
            <a:ext cx="5394960" cy="4206240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A103F24-F909-9BD0-1CE0-3AFA9296B69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BD147767-378C-917C-1CEA-C28D4F2BD42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FFB8D92F-DD5D-21B4-7D10-80457CCEDEC0}"/>
              </a:ext>
            </a:extLst>
          </p:cNvPr>
          <p:cNvCxnSpPr/>
          <p:nvPr/>
        </p:nvCxnSpPr>
        <p:spPr>
          <a:xfrm>
            <a:off x="5185777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63C3FE30-EF8F-C27D-E8AB-BB565902B9F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BDB333B6-9BB2-24CF-B636-1E04F141121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D9F5CADF-5A1B-0BEC-D60A-C6D3AF70F25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885755C8-3D3B-E5E6-1F70-528A7BCA65A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1E6F374D-A3D9-FD1D-A133-794607CFD75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0648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3749040"/>
            <a:ext cx="2834640" cy="2286000"/>
          </a:xfrm>
        </p:spPr>
        <p:txBody>
          <a:bodyPr rtlCol="0"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4" name="Espaço Reservado para Imagem 10">
            <a:extLst>
              <a:ext uri="{FF2B5EF4-FFF2-40B4-BE49-F238E27FC236}">
                <a16:creationId xmlns:a16="http://schemas.microsoft.com/office/drawing/2014/main" id="{C31E5265-51B9-0DA3-10B4-945EE495174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406401"/>
            <a:ext cx="10561320" cy="2987416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442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0" y="3749040"/>
            <a:ext cx="6858000" cy="2286000"/>
          </a:xfrm>
        </p:spPr>
        <p:txBody>
          <a:bodyPr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87DF89E-6618-A2A2-BC84-986CED89FCC1}"/>
              </a:ext>
            </a:extLst>
          </p:cNvPr>
          <p:cNvCxnSpPr>
            <a:cxnSpLocks/>
          </p:cNvCxnSpPr>
          <p:nvPr/>
        </p:nvCxnSpPr>
        <p:spPr>
          <a:xfrm>
            <a:off x="803185" y="3412227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>
            <a:extLst>
              <a:ext uri="{FF2B5EF4-FFF2-40B4-BE49-F238E27FC236}">
                <a16:creationId xmlns:a16="http://schemas.microsoft.com/office/drawing/2014/main" id="{1A396D86-8A66-3FA9-3546-3A1F8577907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7D844445-C27C-0A5B-2D4A-490DC1664AD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C629BDA0-67DC-312E-1148-3B3D607358C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2B6FA474-6534-5F04-1B35-0A8CB67144C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2C3F2445-DE75-8F1D-AF29-50897C3A8D1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4731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0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2834640" cy="2194560"/>
          </a:xfrm>
        </p:spPr>
        <p:txBody>
          <a:bodyPr rtlCol="0"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C41AE8B-FC59-39B1-281C-D38D03D05B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0" y="786384"/>
            <a:ext cx="6858000" cy="2194560"/>
          </a:xfrm>
        </p:spPr>
        <p:txBody>
          <a:bodyPr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3461829"/>
            <a:ext cx="10561320" cy="2987416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628" b="-1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AB489A-1FCE-1E30-E1BC-2F89D0AEA64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8E037D5D-163A-01CE-9AE6-33821E23DCC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00730B6-4EF5-7F9C-E6DB-635C947CFEE3}"/>
              </a:ext>
            </a:extLst>
          </p:cNvPr>
          <p:cNvCxnSpPr>
            <a:cxnSpLocks/>
          </p:cNvCxnSpPr>
          <p:nvPr/>
        </p:nvCxnSpPr>
        <p:spPr>
          <a:xfrm>
            <a:off x="803185" y="3443041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991AE5A9-CF62-A508-3C2C-E3BE594AC2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ECCEFB20-F364-CF05-360F-6CC5D88ACC5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21BD6A10-DA26-A78C-A5C9-6E848476002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B879492A-67D3-53D1-F50F-DBC8A33D245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172D47D6-60C0-53E4-BD56-F71C892CDD5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5723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786384"/>
            <a:ext cx="5669280" cy="914400"/>
          </a:xfrm>
        </p:spPr>
        <p:txBody>
          <a:bodyPr rtlCol="0"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AD0F53A5-B7B2-D195-CE9A-F93E7073A7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5544" y="400051"/>
            <a:ext cx="4098966" cy="605295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" r="-527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5669280" cy="4206240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0DA056-F89A-AE3C-C34A-38BEC58691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BCEB9FDE-D96C-0906-A793-822DD355B40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60DB4CF5-18AD-6BFC-8AA3-4292C4318D77}"/>
              </a:ext>
            </a:extLst>
          </p:cNvPr>
          <p:cNvCxnSpPr>
            <a:cxnSpLocks/>
          </p:cNvCxnSpPr>
          <p:nvPr/>
        </p:nvCxnSpPr>
        <p:spPr>
          <a:xfrm>
            <a:off x="491210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2AFAE229-30B5-59F6-95B3-5A0028AA9F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BF9983B3-9D4B-C7C3-42B6-FC4112EDA17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29FE12F5-E33A-8435-EC5D-4056ACEF775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B30088E3-D111-48BB-2932-C12F38A348E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C419E4F3-5171-B07A-3705-6FF5F7EC506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789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5669280" cy="914400"/>
          </a:xfrm>
        </p:spPr>
        <p:txBody>
          <a:bodyPr rtlCol="0"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0169C89B-17A4-F382-1720-170DCCD7B6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828800"/>
            <a:ext cx="5669280" cy="4206240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14" name="Espaço Reservado para Imagem 10">
            <a:extLst>
              <a:ext uri="{FF2B5EF4-FFF2-40B4-BE49-F238E27FC236}">
                <a16:creationId xmlns:a16="http://schemas.microsoft.com/office/drawing/2014/main" id="{226A60F8-6BFE-EE58-8E8B-8E42FCDABF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80239" y="400051"/>
            <a:ext cx="4098966" cy="605295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r="-198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658DE0-8FDC-961F-A73B-ED321A160D7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CE6F948F-9E87-C016-444D-D9F266B8C9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2342AE50-E725-8CC9-C210-91ADF8C0F6FE}"/>
              </a:ext>
            </a:extLst>
          </p:cNvPr>
          <p:cNvCxnSpPr/>
          <p:nvPr/>
        </p:nvCxnSpPr>
        <p:spPr>
          <a:xfrm>
            <a:off x="7258461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>
            <a:extLst>
              <a:ext uri="{FF2B5EF4-FFF2-40B4-BE49-F238E27FC236}">
                <a16:creationId xmlns:a16="http://schemas.microsoft.com/office/drawing/2014/main" id="{CFCB2DB0-8C6B-DBBA-F594-AC4F2954C42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1DB4D22E-4E74-6984-AF14-681AA8D9125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D0E9A215-4EBA-4F98-1C96-43269B57F2F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1DB5B197-9DE8-9BBC-A47D-F378F717E43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6B835935-392C-76CA-C57F-44990EBEB0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1884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rtlCol="0"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7009" y="1645921"/>
            <a:ext cx="4777774" cy="440031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0" t="120" b="-8976"/>
            </a:stretch>
          </a:blipFill>
          <a:ln w="6350">
            <a:solidFill>
              <a:schemeClr val="tx1"/>
            </a:solidFill>
          </a:ln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0" y="1645920"/>
            <a:ext cx="4572000" cy="4572000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444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rtlCol="0"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7008" y="1645920"/>
            <a:ext cx="5987920" cy="4400319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3" t="5" r="302" b="-8984"/>
            </a:stretch>
          </a:blipFill>
          <a:ln w="6350">
            <a:solidFill>
              <a:schemeClr val="tx1"/>
            </a:solidFill>
          </a:ln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2654" y="1645920"/>
            <a:ext cx="3380146" cy="4389120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2486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rtlCol="0"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645920"/>
            <a:ext cx="4572000" cy="4572000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14" name="Espaço Reservado para Imagem 10">
            <a:extLst>
              <a:ext uri="{FF2B5EF4-FFF2-40B4-BE49-F238E27FC236}">
                <a16:creationId xmlns:a16="http://schemas.microsoft.com/office/drawing/2014/main" id="{D69BDBE1-5F80-669A-1B59-BD1E8D2515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1963" y="1645921"/>
            <a:ext cx="4777774" cy="440031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0" t="-4" r="100" b="-8973"/>
            </a:stretch>
          </a:blipFill>
          <a:ln w="6350">
            <a:solidFill>
              <a:schemeClr val="tx1"/>
            </a:solidFill>
          </a:ln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4374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388" y="786385"/>
            <a:ext cx="7772400" cy="914400"/>
          </a:xfrm>
        </p:spPr>
        <p:txBody>
          <a:bodyPr rtlCol="0"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72A0CE-6B73-A9EE-CD61-DA01E0E315A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3" y="393289"/>
            <a:ext cx="2084255" cy="6051054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91" t="148" r="-487" b="-1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09388" y="1828800"/>
            <a:ext cx="7772400" cy="4206240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DE48AFF-3397-202B-9BA6-6E2E52FB96B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3641B0-A410-A060-9C4C-10246CEEB00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F926A3E-707E-8CA6-DFD9-FDE70CA34896}"/>
              </a:ext>
            </a:extLst>
          </p:cNvPr>
          <p:cNvCxnSpPr>
            <a:cxnSpLocks/>
          </p:cNvCxnSpPr>
          <p:nvPr/>
        </p:nvCxnSpPr>
        <p:spPr>
          <a:xfrm>
            <a:off x="2899086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05F551DA-7593-8CE8-512A-2CF19A5FEED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DE1E5FA2-0258-F65F-0046-4F63C680164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97C2681D-C958-88C3-4FE4-BD36D597EB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36A1CB91-86F4-F718-46CE-4C26351E5D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60B704D5-99FF-334E-D340-F640FC2846D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7275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7772400" cy="914400"/>
          </a:xfrm>
        </p:spPr>
        <p:txBody>
          <a:bodyPr rtlCol="0"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9510D14-6E1B-BEBD-9ECF-6FD664E6D6C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828800"/>
            <a:ext cx="7772400" cy="4206240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14" name="Espaço Reservado para Imagem 10">
            <a:extLst>
              <a:ext uri="{FF2B5EF4-FFF2-40B4-BE49-F238E27FC236}">
                <a16:creationId xmlns:a16="http://schemas.microsoft.com/office/drawing/2014/main" id="{B0662064-5DE4-D3A3-3200-46801CAA7B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287478" y="393289"/>
            <a:ext cx="2084255" cy="6051054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92" t="148" r="-748" b="-1"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72CB399-7148-CC45-1784-53BEB8322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2103136-9022-B685-BD72-AA2F8D6F1D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E8D7FB67-CB66-8B73-E144-D9B0FD1BF4CC}"/>
              </a:ext>
            </a:extLst>
          </p:cNvPr>
          <p:cNvCxnSpPr/>
          <p:nvPr/>
        </p:nvCxnSpPr>
        <p:spPr>
          <a:xfrm>
            <a:off x="9250563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o 5">
            <a:extLst>
              <a:ext uri="{FF2B5EF4-FFF2-40B4-BE49-F238E27FC236}">
                <a16:creationId xmlns:a16="http://schemas.microsoft.com/office/drawing/2014/main" id="{5C050196-5CDD-7D23-C735-405CCFDE0F5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7915F7F2-4F99-DBC2-59AE-D63FDE09B1F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9337699A-63EB-A2E6-B9B8-E85B7B64F0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0BE2E12-53E7-56D7-104B-F918B8D5372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CCBDF578-3A17-02BF-93ED-AF5F8E7F4A5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8689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108" y="786384"/>
            <a:ext cx="4023360" cy="1280160"/>
          </a:xfrm>
        </p:spPr>
        <p:txBody>
          <a:bodyPr rtlCol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20455" y="2396086"/>
            <a:ext cx="4070907" cy="3637825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1" b="-11100"/>
            </a:stretch>
          </a:blipFill>
          <a:ln w="6350">
            <a:solidFill>
              <a:schemeClr val="tx1"/>
            </a:solidFill>
          </a:ln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69280" y="786384"/>
            <a:ext cx="5303520" cy="5303520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0349E27E-A638-3E50-4392-58116C1AACD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522E0D86-7613-34C8-CDC4-C77532A2263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4AB29EB0-E237-1D57-CA8E-EAD308E9C0C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E86316C5-C89C-53D5-EDF8-06B3752F88A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F22B727D-16F7-192C-BDC7-987EE4A4BF9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5767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om Imagem 1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108" y="786384"/>
            <a:ext cx="2834640" cy="1453896"/>
          </a:xfrm>
        </p:spPr>
        <p:txBody>
          <a:bodyPr rtlCol="0"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20457" y="2388928"/>
            <a:ext cx="2859291" cy="3644982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1" b="-10882"/>
            </a:stretch>
          </a:blipFill>
          <a:ln w="6350">
            <a:solidFill>
              <a:schemeClr val="tx1"/>
            </a:solidFill>
          </a:ln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786384"/>
            <a:ext cx="6492240" cy="5486400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07B351E8-DE44-EF78-C152-3A103EEBFEAE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E9CEF53B-E5B3-5228-FC6C-55411F158D8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5B08AC4D-0833-297F-6CBF-8A5D8729D99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FCE625D5-BBCB-B34F-682F-6A7EBBD425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BE36439E-B9F9-BC55-6D36-2CBD97558C5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4185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úmero Ma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19" y="4634716"/>
            <a:ext cx="5897880" cy="1353312"/>
          </a:xfrm>
        </p:spPr>
        <p:txBody>
          <a:bodyPr rtlCol="0">
            <a:normAutofit/>
          </a:bodyPr>
          <a:lstStyle>
            <a:lvl1pPr>
              <a:lnSpc>
                <a:spcPct val="12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07008" y="603503"/>
            <a:ext cx="9601200" cy="4334256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503498D5-7EC6-8C79-86BA-7C39A73A10D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DFE65860-291D-DD0A-0AF6-EB6BDAF1124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1D542EDA-61BE-919A-EA3E-08EBB658FD7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09E31BBA-19B1-9E32-10DC-6E50B5D242D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440D6BDC-E9D3-BF86-AB1A-64748EAD4D4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4045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úmero Maior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193183"/>
            <a:ext cx="5486400" cy="1005840"/>
          </a:xfrm>
        </p:spPr>
        <p:txBody>
          <a:bodyPr rtlCol="0">
            <a:normAutofit/>
          </a:bodyPr>
          <a:lstStyle>
            <a:lvl1pPr algn="ctr">
              <a:lnSpc>
                <a:spcPct val="11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38400" y="1240974"/>
            <a:ext cx="7315200" cy="3065419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F8D5DE95-288B-FAB7-3326-9E5BFCE5B746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484611E9-169A-4656-2416-A78901FFF7E6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CD14C6CB-F651-2912-3E36-09C365D55330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6DB412A5-131A-058B-C206-D8CE2D23F5F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BCFD5865-7471-0A98-E714-A522448C7F1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941C1E35-5D55-2FA3-7A17-EBD8530A424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E383D922-3CCD-2925-A440-432366817A2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9D335464-04F4-7CE0-7F26-F8015820B2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54A45CF0-48C0-1646-B20C-11D8E858590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A5A20515-3DFE-12B8-CD96-E3A75B4B7E2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766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Grande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26D58EB7-9EC7-5A50-30A3-E2D9EDD0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7018" y="1599060"/>
            <a:ext cx="5052018" cy="3658736"/>
          </a:xfrm>
        </p:spPr>
        <p:txBody>
          <a:bodyPr rtlCol="0" anchor="ctr">
            <a:normAutofit/>
          </a:bodyPr>
          <a:lstStyle>
            <a:lvl1pPr>
              <a:defRPr sz="2400" cap="none" baseline="0">
                <a:latin typeface="+mn-lt"/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9" name="Espaço Reservado para Conteúdo 18">
            <a:extLst>
              <a:ext uri="{FF2B5EF4-FFF2-40B4-BE49-F238E27FC236}">
                <a16:creationId xmlns:a16="http://schemas.microsoft.com/office/drawing/2014/main" id="{DE2753DF-FB9B-AECE-E745-E846066B174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4400" y="1600200"/>
            <a:ext cx="5140325" cy="3657600"/>
          </a:xfrm>
        </p:spPr>
        <p:txBody>
          <a:bodyPr rtlCol="0" anchor="ctr">
            <a:normAutofit/>
          </a:bodyPr>
          <a:lstStyle>
            <a:lvl1pPr marL="0" indent="0">
              <a:lnSpc>
                <a:spcPct val="90000"/>
              </a:lnSpc>
              <a:buNone/>
              <a:defRPr sz="20000"/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F8D5DE95-288B-FAB7-3326-9E5BFCE5B746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484611E9-169A-4656-2416-A78901FFF7E6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CD14C6CB-F651-2912-3E36-09C365D55330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6DB412A5-131A-058B-C206-D8CE2D23F5F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BCFD5865-7471-0A98-E714-A522448C7F1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941C1E35-5D55-2FA3-7A17-EBD8530A424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E383D922-3CCD-2925-A440-432366817A2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9D335464-04F4-7CE0-7F26-F8015820B2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54A45CF0-48C0-1646-B20C-11D8E858590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A5A20515-3DFE-12B8-CD96-E3A75B4B7E2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76975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úmero Maior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0" y="4131153"/>
            <a:ext cx="3200400" cy="1545336"/>
          </a:xfrm>
          <a:noFill/>
        </p:spPr>
        <p:txBody>
          <a:bodyPr rtlCol="0">
            <a:normAutofit/>
          </a:bodyPr>
          <a:lstStyle>
            <a:lvl1pPr algn="ctr">
              <a:lnSpc>
                <a:spcPct val="110000"/>
              </a:lnSpc>
              <a:defRPr sz="16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10000" y="1832029"/>
            <a:ext cx="4572000" cy="2475441"/>
          </a:xfrm>
          <a:noFill/>
        </p:spPr>
        <p:txBody>
          <a:bodyPr rtlCol="0"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9F377ED0-0CD0-101F-CACC-5C208B8095EB}"/>
              </a:ext>
            </a:extLst>
          </p:cNvPr>
          <p:cNvGrpSpPr/>
          <p:nvPr/>
        </p:nvGrpSpPr>
        <p:grpSpPr>
          <a:xfrm>
            <a:off x="801384" y="402336"/>
            <a:ext cx="10591869" cy="6053328"/>
            <a:chOff x="801384" y="402336"/>
            <a:chExt cx="10591869" cy="605332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B0FAE67-C3ED-90D8-482E-2E87FCA1F0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9336" y="402336"/>
              <a:ext cx="6053328" cy="605332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83BE06F7-8D5F-567C-D53C-8F3CFA65C6D8}"/>
                </a:ext>
              </a:extLst>
            </p:cNvPr>
            <p:cNvCxnSpPr>
              <a:cxnSpLocks/>
            </p:cNvCxnSpPr>
            <p:nvPr/>
          </p:nvCxnSpPr>
          <p:spPr>
            <a:xfrm>
              <a:off x="80138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C1729EF-2962-C057-669D-86C7189119A0}"/>
                </a:ext>
              </a:extLst>
            </p:cNvPr>
            <p:cNvCxnSpPr>
              <a:cxnSpLocks/>
            </p:cNvCxnSpPr>
            <p:nvPr/>
          </p:nvCxnSpPr>
          <p:spPr>
            <a:xfrm>
              <a:off x="912266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2F37E54-885B-DD4C-C480-18762D2DF57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0CD173DE-2107-A0E3-872C-F0DE9ACA3DC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2BFAFD58-96FA-72FC-A387-4EA88A7A5D6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E0CF3863-040E-3592-1588-20A1771871E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2144D909-6FC8-C0DB-01C7-AFCF7B50FCD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09267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nst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-1216560"/>
            <a:ext cx="10652760" cy="1133856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4000" b="0" cap="all" baseline="0"/>
            </a:lvl1pPr>
            <a:lvl2pPr marL="228600" indent="0">
              <a:lnSpc>
                <a:spcPct val="100000"/>
              </a:lnSpc>
              <a:buNone/>
              <a:defRPr sz="3600" b="0" cap="all" baseline="0"/>
            </a:lvl2pPr>
            <a:lvl3pPr marL="457200" indent="0">
              <a:lnSpc>
                <a:spcPct val="100000"/>
              </a:lnSpc>
              <a:buNone/>
              <a:defRPr sz="3200" b="0" cap="all" baseline="0"/>
            </a:lvl3pPr>
            <a:lvl4pPr marL="685800" indent="0">
              <a:lnSpc>
                <a:spcPct val="100000"/>
              </a:lnSpc>
              <a:buNone/>
              <a:defRPr sz="2400" b="0" cap="all" baseline="0"/>
            </a:lvl4pPr>
            <a:lvl5pPr marL="914400" indent="0">
              <a:lnSpc>
                <a:spcPct val="100000"/>
              </a:lnSpc>
              <a:buNone/>
              <a:defRPr sz="2000" b="0" cap="all" baseline="0"/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5E2C763-62D0-A1C5-864F-A9FF05C9F944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D321B696-8999-0658-38A2-748A73D0777A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721AECB6-597A-404C-79F2-BDE111DF3683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8081CD60-7C40-DD6A-0B67-9125D3023EA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0A77C411-359E-F413-4B4B-544B4258F8D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6520E9D-E5D8-F168-5659-412DEA7EE6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735C892B-D62F-EE71-21EF-072002481B6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805C92F6-ED58-2722-DD71-BFD93A79C90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2CFD0132-5667-3403-4950-88D7515B12B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1EEE9CF1-0848-BE96-4C3D-E4B7E1F4BBA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22588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nstrativ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-1234492"/>
            <a:ext cx="10652760" cy="1133856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Bahnschrift Light" panose="020B0502040204020203" pitchFamily="34" charset="0"/>
              </a:defRPr>
            </a:lvl1pPr>
            <a:lvl2pPr marL="228600" indent="0">
              <a:lnSpc>
                <a:spcPct val="100000"/>
              </a:lnSpc>
              <a:buNone/>
              <a:defRPr sz="3200" b="0" i="0" cap="all" baseline="0">
                <a:latin typeface="Bahnschrift 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2800" b="0" i="0" cap="all" baseline="0">
                <a:latin typeface="Bahnschrift 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2400" b="0" cap="all" baseline="0"/>
            </a:lvl4pPr>
            <a:lvl5pPr marL="914400" indent="0">
              <a:lnSpc>
                <a:spcPct val="100000"/>
              </a:lnSpc>
              <a:buNone/>
              <a:defRPr sz="2000" b="0" cap="all" baseline="0"/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  <a:p>
            <a:pPr lvl="2" rtl="0"/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244BA861-592C-64C8-21E6-E3A8D2A72C72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3D8A61F8-CE0C-8929-130C-4B75FB1F9373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05850C77-4C55-0E7C-15E8-B80234E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F499978E-99DF-3206-11F9-122473F3CC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8918D896-CC55-8FDC-7842-7EAC1DF7DF7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30B27C8-C99B-CAB9-24EA-4222A75D3BF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E09B5103-0315-C48A-F6CB-70023A60377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92A373C0-8904-4E1A-AC77-DB8B14039D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6A58731C-1E1F-4D5A-81CD-F79CD40172A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7DE29540-9512-0BC0-7BB2-3B7C57B4C11C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29168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ção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6" y="-1216560"/>
            <a:ext cx="10652760" cy="1133856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rtlCol="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Bahnschrift Light" panose="020B0502040204020203" pitchFamily="34" charset="0"/>
              </a:defRPr>
            </a:lvl1pPr>
            <a:lvl2pPr marL="228600" indent="0">
              <a:lnSpc>
                <a:spcPct val="100000"/>
              </a:lnSpc>
              <a:buNone/>
              <a:defRPr sz="3200" b="0" i="0" cap="all" baseline="0">
                <a:latin typeface="Bahnschrift 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2800" b="0" i="0" cap="all" baseline="0">
                <a:latin typeface="Bahnschrift 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2400" b="0" cap="all" baseline="0">
                <a:latin typeface="+mn-lt"/>
              </a:defRPr>
            </a:lvl4pPr>
            <a:lvl5pPr marL="914400" indent="0">
              <a:lnSpc>
                <a:spcPct val="100000"/>
              </a:lnSpc>
              <a:buNone/>
              <a:defRPr sz="2000" b="0" cap="all" baseline="0">
                <a:latin typeface="+mn-lt"/>
              </a:defRPr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244BA861-592C-64C8-21E6-E3A8D2A72C72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3D8A61F8-CE0C-8929-130C-4B75FB1F9373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05850C77-4C55-0E7C-15E8-B80234E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F499978E-99DF-3206-11F9-122473F3CC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8918D896-CC55-8FDC-7842-7EAC1DF7DF7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B9E57D8C-399F-3BB4-D3B3-9395E8D1613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67E0EF0C-412A-ADAE-8DDB-3A86E36BA367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026CD944-3487-D02F-D76E-6C8CB5BC62E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14FB68B7-02B4-42EE-A7A2-E1DD0D7EF7A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5F5998EB-9F08-520A-8AE0-AC842E25266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42552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>
            <a:extLst>
              <a:ext uri="{FF2B5EF4-FFF2-40B4-BE49-F238E27FC236}">
                <a16:creationId xmlns:a16="http://schemas.microsoft.com/office/drawing/2014/main" id="{D020C093-E585-447D-B145-C13F5660E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4965193"/>
            <a:ext cx="9144000" cy="1105229"/>
          </a:xfrm>
        </p:spPr>
        <p:txBody>
          <a:bodyPr rtlCol="0" anchor="ctr">
            <a:normAutofit/>
          </a:bodyPr>
          <a:lstStyle>
            <a:lvl1pPr>
              <a:defRPr sz="160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6AD2DEB7-F276-E60E-F5A1-0F02C54BDF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FF91B2D-44E4-C3B1-BD5E-A10AC8543D2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524000" y="1006475"/>
            <a:ext cx="9144000" cy="2925763"/>
          </a:xfrm>
        </p:spPr>
        <p:txBody>
          <a:bodyPr rtlCol="0" anchor="ctr"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 para adicionar uma Citação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B94927EC-ED75-B33D-1D89-85EE4258FB86}"/>
              </a:ext>
            </a:extLst>
          </p:cNvPr>
          <p:cNvCxnSpPr>
            <a:cxnSpLocks/>
          </p:cNvCxnSpPr>
          <p:nvPr/>
        </p:nvCxnSpPr>
        <p:spPr>
          <a:xfrm>
            <a:off x="799908" y="4572000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17816284-1868-D968-9C16-5FE2038BC6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764E6AE7-6445-C0E9-7714-3905800EE3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DB64FFC6-B9C5-5A14-BCDE-0FACA9EED39A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A45BAA9C-294C-90CA-EE5A-ED75E616517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9C127FFD-0227-7A04-CAE1-B0476A186E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0EBB871B-1B46-69D5-1EA9-A5D3125C174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F29C52E0-6299-124E-DEAC-88A5054BB45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8770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7008" y="5947574"/>
            <a:ext cx="8805672" cy="466344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1600" b="0" i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07008" y="822960"/>
            <a:ext cx="8961120" cy="3474720"/>
          </a:xfrm>
        </p:spPr>
        <p:txBody>
          <a:bodyPr rtlCol="0" anchor="t" anchorCtr="0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Bahnschrift Light" panose="020B0502040204020203" pitchFamily="34" charset="0"/>
              </a:defRPr>
            </a:lvl1pPr>
          </a:lstStyle>
          <a:p>
            <a:pPr lvl="0" rtl="0"/>
            <a:r>
              <a:rPr lang="pt-br"/>
              <a:t>Clique para adicionar uma Citação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5F3E5CAD-77F4-3496-0EBB-8BDE29A00533}"/>
              </a:ext>
            </a:extLst>
          </p:cNvPr>
          <p:cNvCxnSpPr>
            <a:cxnSpLocks/>
          </p:cNvCxnSpPr>
          <p:nvPr/>
        </p:nvCxnSpPr>
        <p:spPr>
          <a:xfrm>
            <a:off x="795290" y="5893973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o 7">
            <a:extLst>
              <a:ext uri="{FF2B5EF4-FFF2-40B4-BE49-F238E27FC236}">
                <a16:creationId xmlns:a16="http://schemas.microsoft.com/office/drawing/2014/main" id="{B932EDD7-F82C-CAA5-81E3-4DA459BD7BE7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B23CB67B-9D91-D31D-5E6F-1AFDE722A71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B70B71C7-A49A-A194-9371-8105319095C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17D85FF8-8A01-4471-2129-9F815C543EB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157B839C-7467-0312-FCA6-E719E5B3035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1373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 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3164" y="5891704"/>
            <a:ext cx="8805672" cy="557222"/>
          </a:xfrm>
        </p:spPr>
        <p:txBody>
          <a:bodyPr rtlCol="0" anchor="ctr">
            <a:normAutofit/>
          </a:bodyPr>
          <a:lstStyle>
            <a:lvl1pPr algn="ctr">
              <a:lnSpc>
                <a:spcPct val="120000"/>
              </a:lnSpc>
              <a:defRPr sz="1600" b="0" i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358007"/>
            <a:ext cx="8961120" cy="3474720"/>
          </a:xfrm>
        </p:spPr>
        <p:txBody>
          <a:bodyPr rtlCol="0"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/>
              <a:t>Clique para adicionar uma Citação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8BAF90A-B341-890C-B376-6A16FD3D4D66}"/>
              </a:ext>
            </a:extLst>
          </p:cNvPr>
          <p:cNvCxnSpPr>
            <a:cxnSpLocks/>
          </p:cNvCxnSpPr>
          <p:nvPr/>
        </p:nvCxnSpPr>
        <p:spPr>
          <a:xfrm>
            <a:off x="795290" y="5893973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o 5">
            <a:extLst>
              <a:ext uri="{FF2B5EF4-FFF2-40B4-BE49-F238E27FC236}">
                <a16:creationId xmlns:a16="http://schemas.microsoft.com/office/drawing/2014/main" id="{5673DA07-CC58-742F-47C7-DF6C3FC1BB2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EC520D2A-19A3-39C2-02F5-969FC02F783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AB9DADCD-00F5-6714-A61F-195B9455062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E5D759BD-ADDA-3040-A5CB-DAC10D9A2D3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848BFB7B-8327-08C6-5F9E-BACB47A2C3D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329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F508F0-4C97-9A80-2546-BC6EE3D2732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60450" y="1828800"/>
            <a:ext cx="4768850" cy="4351338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Conteúdo 3">
            <a:extLst>
              <a:ext uri="{FF2B5EF4-FFF2-40B4-BE49-F238E27FC236}">
                <a16:creationId xmlns:a16="http://schemas.microsoft.com/office/drawing/2014/main" id="{A9AB0DFB-3813-8899-8844-3F65C902B80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391" y="1828800"/>
            <a:ext cx="4755712" cy="4351338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B83DEFD-C76A-E192-4470-7F7DCE92CBCE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0EBF15C6-51A3-0039-7C8E-9F5BC53301C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0F2827DB-A570-B094-5067-79A4F7DA7F3C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D4DF52F4-C942-A75F-0F4B-911959D2F30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7944BFA9-C671-8332-EC4C-A56CAAB34AE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7040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011" y="600148"/>
            <a:ext cx="10058400" cy="1133856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011" y="1828800"/>
            <a:ext cx="4754880" cy="559834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E35B8AB-C546-6624-5613-679F649D80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58011" y="2465752"/>
            <a:ext cx="4754880" cy="3763962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436" y="1828800"/>
            <a:ext cx="4754880" cy="559834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10" name="Espaço Reservado para Conteúdo 5">
            <a:extLst>
              <a:ext uri="{FF2B5EF4-FFF2-40B4-BE49-F238E27FC236}">
                <a16:creationId xmlns:a16="http://schemas.microsoft.com/office/drawing/2014/main" id="{689131D8-B072-15AB-4C0D-39F0B943B0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436" y="2465752"/>
            <a:ext cx="4754880" cy="3763962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E70A967-D43A-531B-AB77-B7D2DE7E4B0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61B1175E-A767-B7AB-D265-9256ECCA8E8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4929F5B2-C13B-2102-792E-E51F173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B5C2A7D0-2242-BB3D-AC3F-126E076FC3A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340BEB2B-F33C-CFC6-3060-70CD260293D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5224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70C8D4F-961C-9DE3-2BE6-ABBC18355BC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E145383D-28A9-C0D3-8E3D-AA7533D2925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09B585A5-22BA-F43D-07BD-3BB57145B2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11437C88-1694-66DE-88F2-5F80E436773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C675A774-D186-6B8B-F966-423BE24E466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6268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zi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A5ECB350-6B4D-5D25-5FB0-D995BE7D095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614889B8-EF0E-CC96-E345-4814F56ED6D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960EF97A-5CED-BE43-C066-ED89AE049B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D8CB1FB5-CA0E-AFAB-5607-844D9592A24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5BAA5556-E509-ED49-F4BE-6F664377F5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358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2926080" cy="1737360"/>
          </a:xfrm>
        </p:spPr>
        <p:txBody>
          <a:bodyPr rtlCol="0"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14" name="Espaço Reservado para Rodapé 13">
            <a:extLst>
              <a:ext uri="{FF2B5EF4-FFF2-40B4-BE49-F238E27FC236}">
                <a16:creationId xmlns:a16="http://schemas.microsoft.com/office/drawing/2014/main" id="{06EDF8B4-9629-39C1-DDBF-A5485B241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7008" y="2651760"/>
            <a:ext cx="2926080" cy="338328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0" y="786382"/>
            <a:ext cx="6766560" cy="5486400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13" name="Espaço Reservado para Data 12">
            <a:extLst>
              <a:ext uri="{FF2B5EF4-FFF2-40B4-BE49-F238E27FC236}">
                <a16:creationId xmlns:a16="http://schemas.microsoft.com/office/drawing/2014/main" id="{2EAB326A-0996-8BBC-BFAF-29A228B1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15" name="Espaço Reservado para o Número do Slide 14">
            <a:extLst>
              <a:ext uri="{FF2B5EF4-FFF2-40B4-BE49-F238E27FC236}">
                <a16:creationId xmlns:a16="http://schemas.microsoft.com/office/drawing/2014/main" id="{3AE9EB23-C42E-AFD9-410F-5D3A9B47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8179AB9D-F8E4-DA67-2113-2CB4FAAA3FE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4D1AF63C-58A3-D664-0F8A-2F866DE9922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7353FA6-146A-25CD-A52A-50A0DBA7C4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63D17F74-4821-8F53-7E3E-BD10714CA13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7CBD083B-641D-8442-0510-78BC3BDFF82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6451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3595634" cy="1920240"/>
          </a:xfrm>
        </p:spPr>
        <p:txBody>
          <a:bodyPr rtlCol="0"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7008" y="2752344"/>
            <a:ext cx="3585586" cy="3291840"/>
          </a:xfrm>
        </p:spPr>
        <p:txBody>
          <a:bodyPr rtlCol="0" anchor="b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8" y="402336"/>
            <a:ext cx="6328768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 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DF475923-C72A-59CC-2F27-3B42DE9E23C1}"/>
              </a:ext>
            </a:extLst>
          </p:cNvPr>
          <p:cNvCxnSpPr/>
          <p:nvPr/>
        </p:nvCxnSpPr>
        <p:spPr>
          <a:xfrm>
            <a:off x="5044948" y="402336"/>
            <a:ext cx="0" cy="60533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o 8">
            <a:extLst>
              <a:ext uri="{FF2B5EF4-FFF2-40B4-BE49-F238E27FC236}">
                <a16:creationId xmlns:a16="http://schemas.microsoft.com/office/drawing/2014/main" id="{644E6E6F-31C5-280B-B965-1DCA584FB10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E46DD8FB-C3C8-02D7-0EEC-1FA8A0E72EE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0E287276-FB86-B497-EB85-08D57647FC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A0AFABFB-CCBD-F586-5A5B-F739C98FEB0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7B33A7C7-3944-5EFF-0F5A-CD13C776DD1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740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7342307" cy="2085339"/>
          </a:xfrm>
        </p:spPr>
        <p:txBody>
          <a:bodyPr rtlCol="0"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7008" y="3594099"/>
            <a:ext cx="9601200" cy="2377440"/>
          </a:xfrm>
        </p:spPr>
        <p:txBody>
          <a:bodyPr rtlCol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FF997AB-1CB0-F155-5BD6-8AD0DF5F9C8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5CD1A663-8D32-81FC-CF0E-3943276FC5B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488FB5FE-FF71-6B7B-03A4-B78EA9E50FE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324967FC-68C7-FF99-F0D4-F11F22519D8E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F0437DFC-E04A-54B1-CFEA-8D9349D6EB7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1113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ão 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8430767" cy="2520011"/>
          </a:xfrm>
        </p:spPr>
        <p:txBody>
          <a:bodyPr rtlCol="0"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3622673"/>
            <a:ext cx="8430639" cy="1609344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4604B72-3E24-1723-74C9-C1E295269A1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2CEF3A60-0DC4-008A-49C8-C3FD46FA3B8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AA618110-A634-DE8C-5B6D-35477E47ED2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808E21D7-A780-C513-5EB6-4A6C625665C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932C4757-1CA9-394F-33BF-C5A9D77182F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3737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85800"/>
            <a:ext cx="10058400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005840" y="1525384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3385" y="622955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CC057153-B650-4DEB-B370-79DDCFDCE934}" type="slidenum">
              <a:rPr lang="en-US" smtClean="0"/>
              <a:pPr rtl="0"/>
              <a:t>‹nº›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920240"/>
            <a:ext cx="10058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040831" y="4206240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/>
              <a:t>22/09/2025</a:t>
            </a:r>
            <a:endParaRPr lang="en-US" dirty="0"/>
          </a:p>
        </p:txBody>
      </p:sp>
      <p:sp>
        <p:nvSpPr>
          <p:cNvPr id="12" name="Freeform 11" hidden="1">
            <a:extLst>
              <a:ext uri="{FF2B5EF4-FFF2-40B4-BE49-F238E27FC236}">
                <a16:creationId xmlns:a16="http://schemas.microsoft.com/office/drawing/2014/main" id="{918C00E2-AFB8-E789-01F1-47EC64846D95}"/>
              </a:ext>
            </a:extLst>
          </p:cNvPr>
          <p:cNvSpPr/>
          <p:nvPr/>
        </p:nvSpPr>
        <p:spPr>
          <a:xfrm>
            <a:off x="812559" y="393189"/>
            <a:ext cx="10579798" cy="6071619"/>
          </a:xfrm>
          <a:custGeom>
            <a:avLst/>
            <a:gdLst>
              <a:gd name="connsiteX0" fmla="*/ 10186606 w 10579798"/>
              <a:gd name="connsiteY0" fmla="*/ 0 h 6071619"/>
              <a:gd name="connsiteX1" fmla="*/ 10579798 w 10579798"/>
              <a:gd name="connsiteY1" fmla="*/ 0 h 6071619"/>
              <a:gd name="connsiteX2" fmla="*/ 10579798 w 10579798"/>
              <a:gd name="connsiteY2" fmla="*/ 6071619 h 6071619"/>
              <a:gd name="connsiteX3" fmla="*/ 10186606 w 10579798"/>
              <a:gd name="connsiteY3" fmla="*/ 6071619 h 6071619"/>
              <a:gd name="connsiteX4" fmla="*/ 10186606 w 10579798"/>
              <a:gd name="connsiteY4" fmla="*/ 393194 h 6071619"/>
              <a:gd name="connsiteX5" fmla="*/ 393192 w 10579798"/>
              <a:gd name="connsiteY5" fmla="*/ 393194 h 6071619"/>
              <a:gd name="connsiteX6" fmla="*/ 393192 w 10579798"/>
              <a:gd name="connsiteY6" fmla="*/ 5870339 h 6071619"/>
              <a:gd name="connsiteX7" fmla="*/ 0 w 10579798"/>
              <a:gd name="connsiteY7" fmla="*/ 5870339 h 6071619"/>
              <a:gd name="connsiteX8" fmla="*/ 0 w 10579798"/>
              <a:gd name="connsiteY8" fmla="*/ 2 h 6071619"/>
              <a:gd name="connsiteX9" fmla="*/ 157401 w 10579798"/>
              <a:gd name="connsiteY9" fmla="*/ 2 h 6071619"/>
              <a:gd name="connsiteX10" fmla="*/ 393192 w 10579798"/>
              <a:gd name="connsiteY10" fmla="*/ 2 h 6071619"/>
              <a:gd name="connsiteX11" fmla="*/ 10186606 w 10579798"/>
              <a:gd name="connsiteY11" fmla="*/ 2 h 607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579798" h="6071619">
                <a:moveTo>
                  <a:pt x="10186606" y="0"/>
                </a:moveTo>
                <a:lnTo>
                  <a:pt x="10579798" y="0"/>
                </a:lnTo>
                <a:lnTo>
                  <a:pt x="10579798" y="6071619"/>
                </a:lnTo>
                <a:lnTo>
                  <a:pt x="10186606" y="6071619"/>
                </a:lnTo>
                <a:lnTo>
                  <a:pt x="10186606" y="393194"/>
                </a:lnTo>
                <a:lnTo>
                  <a:pt x="393192" y="393194"/>
                </a:lnTo>
                <a:lnTo>
                  <a:pt x="393192" y="5870339"/>
                </a:lnTo>
                <a:lnTo>
                  <a:pt x="0" y="5870339"/>
                </a:lnTo>
                <a:lnTo>
                  <a:pt x="0" y="2"/>
                </a:lnTo>
                <a:lnTo>
                  <a:pt x="157401" y="2"/>
                </a:lnTo>
                <a:lnTo>
                  <a:pt x="393192" y="2"/>
                </a:lnTo>
                <a:lnTo>
                  <a:pt x="10186606" y="2"/>
                </a:lnTo>
                <a:close/>
              </a:path>
            </a:pathLst>
          </a:cu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7" name="Freeform 6" hidden="1">
            <a:extLst>
              <a:ext uri="{FF2B5EF4-FFF2-40B4-BE49-F238E27FC236}">
                <a16:creationId xmlns:a16="http://schemas.microsoft.com/office/drawing/2014/main" id="{6A6CDCAD-B761-0A5F-55A7-CE79AB3802A7}"/>
              </a:ext>
            </a:extLst>
          </p:cNvPr>
          <p:cNvSpPr/>
          <p:nvPr userDrawn="1"/>
        </p:nvSpPr>
        <p:spPr>
          <a:xfrm>
            <a:off x="812559" y="393189"/>
            <a:ext cx="10579798" cy="6071619"/>
          </a:xfrm>
          <a:custGeom>
            <a:avLst/>
            <a:gdLst>
              <a:gd name="connsiteX0" fmla="*/ 10186606 w 10579798"/>
              <a:gd name="connsiteY0" fmla="*/ 0 h 6071619"/>
              <a:gd name="connsiteX1" fmla="*/ 10579798 w 10579798"/>
              <a:gd name="connsiteY1" fmla="*/ 0 h 6071619"/>
              <a:gd name="connsiteX2" fmla="*/ 10579798 w 10579798"/>
              <a:gd name="connsiteY2" fmla="*/ 6071619 h 6071619"/>
              <a:gd name="connsiteX3" fmla="*/ 10186606 w 10579798"/>
              <a:gd name="connsiteY3" fmla="*/ 6071619 h 6071619"/>
              <a:gd name="connsiteX4" fmla="*/ 10186606 w 10579798"/>
              <a:gd name="connsiteY4" fmla="*/ 393194 h 6071619"/>
              <a:gd name="connsiteX5" fmla="*/ 393192 w 10579798"/>
              <a:gd name="connsiteY5" fmla="*/ 393194 h 6071619"/>
              <a:gd name="connsiteX6" fmla="*/ 393192 w 10579798"/>
              <a:gd name="connsiteY6" fmla="*/ 5870339 h 6071619"/>
              <a:gd name="connsiteX7" fmla="*/ 0 w 10579798"/>
              <a:gd name="connsiteY7" fmla="*/ 5870339 h 6071619"/>
              <a:gd name="connsiteX8" fmla="*/ 0 w 10579798"/>
              <a:gd name="connsiteY8" fmla="*/ 2 h 6071619"/>
              <a:gd name="connsiteX9" fmla="*/ 157401 w 10579798"/>
              <a:gd name="connsiteY9" fmla="*/ 2 h 6071619"/>
              <a:gd name="connsiteX10" fmla="*/ 393192 w 10579798"/>
              <a:gd name="connsiteY10" fmla="*/ 2 h 6071619"/>
              <a:gd name="connsiteX11" fmla="*/ 10186606 w 10579798"/>
              <a:gd name="connsiteY11" fmla="*/ 2 h 607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579798" h="6071619">
                <a:moveTo>
                  <a:pt x="10186606" y="0"/>
                </a:moveTo>
                <a:lnTo>
                  <a:pt x="10579798" y="0"/>
                </a:lnTo>
                <a:lnTo>
                  <a:pt x="10579798" y="6071619"/>
                </a:lnTo>
                <a:lnTo>
                  <a:pt x="10186606" y="6071619"/>
                </a:lnTo>
                <a:lnTo>
                  <a:pt x="10186606" y="393194"/>
                </a:lnTo>
                <a:lnTo>
                  <a:pt x="393192" y="393194"/>
                </a:lnTo>
                <a:lnTo>
                  <a:pt x="393192" y="5870339"/>
                </a:lnTo>
                <a:lnTo>
                  <a:pt x="0" y="5870339"/>
                </a:lnTo>
                <a:lnTo>
                  <a:pt x="0" y="2"/>
                </a:lnTo>
                <a:lnTo>
                  <a:pt x="157401" y="2"/>
                </a:lnTo>
                <a:lnTo>
                  <a:pt x="393192" y="2"/>
                </a:lnTo>
                <a:lnTo>
                  <a:pt x="10186606" y="2"/>
                </a:lnTo>
                <a:close/>
              </a:path>
            </a:pathLst>
          </a:cu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648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76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32" r:id="rId16"/>
    <p:sldLayoutId id="2147483933" r:id="rId17"/>
    <p:sldLayoutId id="2147483934" r:id="rId18"/>
    <p:sldLayoutId id="2147483935" r:id="rId19"/>
    <p:sldLayoutId id="2147483936" r:id="rId20"/>
    <p:sldLayoutId id="2147483937" r:id="rId21"/>
    <p:sldLayoutId id="2147483938" r:id="rId22"/>
    <p:sldLayoutId id="2147483939" r:id="rId23"/>
    <p:sldLayoutId id="2147483940" r:id="rId24"/>
    <p:sldLayoutId id="2147483941" r:id="rId25"/>
    <p:sldLayoutId id="2147483942" r:id="rId26"/>
    <p:sldLayoutId id="2147483943" r:id="rId27"/>
    <p:sldLayoutId id="2147483944" r:id="rId28"/>
    <p:sldLayoutId id="2147483945" r:id="rId29"/>
    <p:sldLayoutId id="2147483946" r:id="rId30"/>
    <p:sldLayoutId id="2147483947" r:id="rId31"/>
    <p:sldLayoutId id="2147483948" r:id="rId32"/>
    <p:sldLayoutId id="2147483949" r:id="rId33"/>
    <p:sldLayoutId id="2147483950" r:id="rId34"/>
    <p:sldLayoutId id="2147483951" r:id="rId35"/>
    <p:sldLayoutId id="2147483952" r:id="rId36"/>
    <p:sldLayoutId id="2147483953" r:id="rId37"/>
    <p:sldLayoutId id="2147483954" r:id="rId38"/>
    <p:sldLayoutId id="2147483955" r:id="rId39"/>
    <p:sldLayoutId id="2147483956" r:id="rId40"/>
    <p:sldLayoutId id="2147483957" r:id="rId41"/>
    <p:sldLayoutId id="2147483958" r:id="rId42"/>
    <p:sldLayoutId id="2147483959" r:id="rId43"/>
    <p:sldLayoutId id="2147483960" r:id="rId44"/>
    <p:sldLayoutId id="2147483961" r:id="rId45"/>
    <p:sldLayoutId id="2147483962" r:id="rId46"/>
    <p:sldLayoutId id="2147483963" r:id="rId47"/>
    <p:sldLayoutId id="2147483964" r:id="rId48"/>
    <p:sldLayoutId id="2147483965" r:id="rId49"/>
    <p:sldLayoutId id="2147483966" r:id="rId50"/>
    <p:sldLayoutId id="2147483967" r:id="rId51"/>
    <p:sldLayoutId id="2147483969" r:id="rId52"/>
    <p:sldLayoutId id="2147483970" r:id="rId53"/>
    <p:sldLayoutId id="2147483971" r:id="rId54"/>
    <p:sldLayoutId id="2147483972" r:id="rId55"/>
    <p:sldLayoutId id="2147483973" r:id="rId56"/>
    <p:sldLayoutId id="2147483974" r:id="rId57"/>
    <p:sldLayoutId id="2147483975" r:id="rId58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0" i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Relationship Id="rId5" Type="http://schemas.microsoft.com/office/2007/relationships/hdphoto" Target="../media/hdphoto16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8.xml"/><Relationship Id="rId4" Type="http://schemas.openxmlformats.org/officeDocument/2006/relationships/hyperlink" Target="http://descargas.pntic.mec.es/cedec/mat3/contenidos/u2/M3_U2_ampliacion/tare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DB38-9A3C-0112-F3DC-E357CE14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912" y="4597404"/>
            <a:ext cx="9784077" cy="98043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Aula 04: Produção de Relatórios e Escrita Profissional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CC108-74D2-E8E7-7935-F395CADAF2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8" y="5668963"/>
            <a:ext cx="9784842" cy="639762"/>
          </a:xfrm>
        </p:spPr>
        <p:txBody>
          <a:bodyPr>
            <a:normAutofit/>
          </a:bodyPr>
          <a:lstStyle/>
          <a:p>
            <a:r>
              <a:rPr lang="en-US"/>
              <a:t>Técnicas essenciais para escrita clara e eficaz</a:t>
            </a:r>
          </a:p>
        </p:txBody>
      </p:sp>
      <p:pic>
        <p:nvPicPr>
          <p:cNvPr id="6" name="Picture 5" descr="Sala de reuniões com laptop sobre a mesa">
            <a:extLst>
              <a:ext uri="{FF2B5EF4-FFF2-40B4-BE49-F238E27FC236}">
                <a16:creationId xmlns:a16="http://schemas.microsoft.com/office/drawing/2014/main" id="{931587F3-3B70-4847-A12E-E57361D40F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524" r="1" b="4513"/>
          <a:stretch>
            <a:fillRect/>
          </a:stretch>
        </p:blipFill>
        <p:spPr>
          <a:xfrm>
            <a:off x="808258" y="404999"/>
            <a:ext cx="10575485" cy="383680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58CA6-52E6-1931-C067-EA5AA5F85D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CC057153-B650-4DEB-B370-79DDCFDCE934}" type="slidenum">
              <a:rPr lang="en-US" smtClean="0"/>
              <a:pPr rtl="0"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4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9E152-7C49-347B-E7AD-90A917264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 anchor="t">
            <a:normAutofit/>
          </a:bodyPr>
          <a:lstStyle/>
          <a:p>
            <a:r>
              <a:rPr lang="en-US" dirty="0" err="1"/>
              <a:t>Aparência</a:t>
            </a:r>
          </a:p>
        </p:txBody>
      </p:sp>
      <p:pic>
        <p:nvPicPr>
          <p:cNvPr id="7" name="Content Placeholder 6" descr="Café e laptop na mesa">
            <a:extLst>
              <a:ext uri="{FF2B5EF4-FFF2-40B4-BE49-F238E27FC236}">
                <a16:creationId xmlns:a16="http://schemas.microsoft.com/office/drawing/2014/main" id="{6ECBB9FB-AC34-46F5-8468-752D39C6BBCD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rcRect l="24142" r="2703" b="-1"/>
          <a:stretch>
            <a:fillRect/>
          </a:stretch>
        </p:blipFill>
        <p:spPr>
          <a:xfrm>
            <a:off x="1060450" y="1828800"/>
            <a:ext cx="4768850" cy="4351338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09365E-F454-7595-AEFF-2F87D4D1ACCE}"/>
              </a:ext>
            </a:extLst>
          </p:cNvPr>
          <p:cNvSpPr>
            <a:spLocks noGrp="1"/>
          </p:cNvSpPr>
          <p:nvPr>
            <p:ph sz="quarter" idx="16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363391" y="1828800"/>
            <a:ext cx="4755712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Ambiente Profissional Organizado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Mesa de escritório limpa com notebook moderno e xícara de café transmite foco e produtividade.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Uso de Cores Institucionais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Tons de azul e verde representam confiança, estabilidade e coerência com o material do curso.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Título e Subtítulo Claros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Título destaca o foco na redação profissional; subtítulo conecta a aula à trilha formativa.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A05F7-305C-8266-E383-7DB9019EB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CC057153-B650-4DEB-B370-79DDCFDCE934}" type="slidenum">
              <a:rPr lang="en-US" smtClean="0"/>
              <a:pPr rtl="0"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889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BDB96-EF9C-3C26-B692-8F0F3696D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7160" y="1463040"/>
            <a:ext cx="4297680" cy="3931920"/>
          </a:xfrm>
        </p:spPr>
        <p:txBody>
          <a:bodyPr anchor="ctr">
            <a:normAutofit/>
          </a:bodyPr>
          <a:lstStyle/>
          <a:p>
            <a:r>
              <a:rPr lang="en-US"/>
              <a:t>Boas práticas de digitação e formatação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8D2D01-85BA-FB3C-E9AE-2993975C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CC057153-B650-4DEB-B370-79DDCFDCE934}" type="slidenum">
              <a:rPr lang="en-US" smtClean="0"/>
              <a:pPr rtl="0"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551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6B707-D246-E6EA-BC7E-410A59BFE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 anchor="t">
            <a:normAutofit/>
          </a:bodyPr>
          <a:lstStyle/>
          <a:p>
            <a:r>
              <a:rPr lang="en-US"/>
              <a:t>O fim do 'Caos do Enter'</a:t>
            </a:r>
          </a:p>
        </p:txBody>
      </p:sp>
      <p:pic>
        <p:nvPicPr>
          <p:cNvPr id="7" name="Content Placeholder 6" descr="Palavras do dicionário destacadas.">
            <a:extLst>
              <a:ext uri="{FF2B5EF4-FFF2-40B4-BE49-F238E27FC236}">
                <a16:creationId xmlns:a16="http://schemas.microsoft.com/office/drawing/2014/main" id="{1C32766A-E1F1-4EE3-BC4F-C7BC03DC31D3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rcRect l="10690" r="7111" b="-3"/>
          <a:stretch>
            <a:fillRect/>
          </a:stretch>
        </p:blipFill>
        <p:spPr>
          <a:xfrm>
            <a:off x="1060450" y="1828800"/>
            <a:ext cx="4768850" cy="4351338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4BAC0-172F-C1FA-66F9-10464F5B301D}"/>
              </a:ext>
            </a:extLst>
          </p:cNvPr>
          <p:cNvSpPr>
            <a:spLocks noGrp="1"/>
          </p:cNvSpPr>
          <p:nvPr>
            <p:ph sz="quarter" idx="16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363391" y="1828800"/>
            <a:ext cx="4755712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Erros Comuns de Formatação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Usar a barra de espaço e o Enter para alinhar texto causa desorganização e dificulta a padronização.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Uso Correto das Ferramentas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Formatar documentos com ferramentas adequadas garante alinhamento correto e estrutura organizada.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Impacto Profissional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Documentos organizados transmitem responsabilidade, credibilidade e melhoram a clareza da informação.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9F80F-B493-2033-BB28-71CE5E3E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CC057153-B650-4DEB-B370-79DDCFDCE934}" type="slidenum">
              <a:rPr lang="en-US" smtClean="0"/>
              <a:pPr rtl="0"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741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8B39A-B64D-F039-84BA-FEFCDD919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7160" y="1463040"/>
            <a:ext cx="4297680" cy="3931920"/>
          </a:xfrm>
        </p:spPr>
        <p:txBody>
          <a:bodyPr anchor="ctr">
            <a:normAutofit/>
          </a:bodyPr>
          <a:lstStyle/>
          <a:p>
            <a:r>
              <a:rPr lang="en-US" sz="4600"/>
              <a:t>Padrões de formatação profissional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3D276-8E9D-65D0-6155-BABD9948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CC057153-B650-4DEB-B370-79DDCFDCE934}" type="slidenum">
              <a:rPr lang="en-US" smtClean="0"/>
              <a:pPr rtl="0"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301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9259-4234-16DD-3754-DC4DFE445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7772400" cy="914400"/>
          </a:xfrm>
        </p:spPr>
        <p:txBody>
          <a:bodyPr anchor="b">
            <a:normAutofit/>
          </a:bodyPr>
          <a:lstStyle/>
          <a:p>
            <a:r>
              <a:rPr lang="en-US"/>
              <a:t>Regras de Ouro da Formatação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11D752-7255-182C-DBA7-9704A1EB2110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207008" y="1828800"/>
            <a:ext cx="7772400" cy="420624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Fontes Padrão e Legibilidade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Arial e Times New Roman no tamanho 12 são fontes padrão que conferem seriedade e facilitam a leitura.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Alinhamento Justificado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O alinhamento justificado organiza o texto em blocos simétricos, melhorando a estabilidade visual da leitura.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Espaçamento entre Linhas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Espaçamento 1,5 entre linhas oferece respiro e facilita a leitura fluida para público técnico e administrativo.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Ícones de Formatação Essenciais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Ícones como régua e alinhamento reforçam o reconhecimento de ferramentas essenciais para padrões formais.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68418-EC34-849A-E207-33369C2C71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CC057153-B650-4DEB-B370-79DDCFDCE934}" type="slidenum">
              <a:rPr lang="en-US" smtClean="0"/>
              <a:pPr rtl="0"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8" name="Espaço Reservado para Imagem 7" descr="Banco de imagens : computador portátil, caderno, Macbook, escrevendo ...">
            <a:extLst>
              <a:ext uri="{FF2B5EF4-FFF2-40B4-BE49-F238E27FC236}">
                <a16:creationId xmlns:a16="http://schemas.microsoft.com/office/drawing/2014/main" id="{87DE3DE3-FAFE-4150-2AF8-27A2BE6447C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7" r="27"/>
          <a:stretch/>
        </p:blipFill>
        <p:spPr>
          <a:xfrm>
            <a:off x="9287796" y="393289"/>
            <a:ext cx="2083618" cy="6051054"/>
          </a:xfrm>
          <a:prstGeom prst="rect">
            <a:avLst/>
          </a:prstGeom>
          <a:blipFill dpi="0" rotWithShape="1">
            <a:blip r:embed="rId4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92" t="148" r="-748" b="-1"/>
            </a:stretch>
          </a:blipFill>
        </p:spPr>
      </p:pic>
    </p:spTree>
    <p:extLst>
      <p:ext uri="{BB962C8B-B14F-4D97-AF65-F5344CB8AC3E}">
        <p14:creationId xmlns:p14="http://schemas.microsoft.com/office/powerpoint/2010/main" val="36038730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03CC-701C-E018-720A-4A53BAA12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0040" y="1645920"/>
            <a:ext cx="3931920" cy="3566160"/>
          </a:xfrm>
        </p:spPr>
        <p:txBody>
          <a:bodyPr anchor="ctr">
            <a:normAutofit/>
          </a:bodyPr>
          <a:lstStyle/>
          <a:p>
            <a:r>
              <a:rPr lang="en-US" sz="4300"/>
              <a:t>Organização com tabelas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39C42-6469-386E-2463-5A4DEF666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CC057153-B650-4DEB-B370-79DDCFDCE934}" type="slidenum">
              <a:rPr lang="en-US" smtClean="0"/>
              <a:pPr rtl="0"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870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480DC-5C01-E21B-8C94-BEEAAF18F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7772400" cy="914400"/>
          </a:xfrm>
        </p:spPr>
        <p:txBody>
          <a:bodyPr anchor="b">
            <a:normAutofit/>
          </a:bodyPr>
          <a:lstStyle/>
          <a:p>
            <a:r>
              <a:rPr lang="en-US"/>
              <a:t>Tabelas para organizar a vida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92D5DA-B2C9-E706-A136-71E76F398455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207008" y="1828800"/>
            <a:ext cx="7772400" cy="420624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Uso Essencial em Ambientes CRAS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Tabelas ajudam a organizar listas de presença, registros de visitas e controles mensais em ambientes sociais.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Problemas com Métodos Improvisados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Usar pontinhos ou espaços para simular tabelas resulta em documentos desalinhados e difíceis de ler.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Benefícios do Design Simples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Cabeçalhos destacados, linhas suaves e espaçamento uniforme promovem clareza e profissionalismo.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Organização e Padronização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Tabelas transformam caos em ordem, facilitando a consulta e padronizando informações.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7BA6F-16DD-0938-650F-3925C26382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CC057153-B650-4DEB-B370-79DDCFDCE934}" type="slidenum">
              <a:rPr lang="en-US" smtClean="0"/>
              <a:pPr rtl="0"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3" name="Imagem 2" descr="Kostenlose foto : Schreiben, Hand, Stift, Finger, Geschäft, Arm, Marke ...">
            <a:extLst>
              <a:ext uri="{FF2B5EF4-FFF2-40B4-BE49-F238E27FC236}">
                <a16:creationId xmlns:a16="http://schemas.microsoft.com/office/drawing/2014/main" id="{E739ED6C-6EC5-00FA-2892-8E6C264AC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758" y="387135"/>
            <a:ext cx="2085975" cy="6057900"/>
          </a:xfrm>
          <a:prstGeom prst="rect">
            <a:avLst/>
          </a:prstGeom>
        </p:spPr>
      </p:pic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58BDD72F-2A42-136F-7BAF-59F7E1A206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34058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D1E2F-BCB0-E946-7750-F18D0D5BD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0040" y="1645920"/>
            <a:ext cx="3931920" cy="3566160"/>
          </a:xfrm>
        </p:spPr>
        <p:txBody>
          <a:bodyPr anchor="ctr">
            <a:normAutofit/>
          </a:bodyPr>
          <a:lstStyle/>
          <a:p>
            <a:r>
              <a:rPr lang="en-US" sz="3900"/>
              <a:t>Produtividade com modelos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FB0803-F2B3-9222-B4C9-9F61255D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CC057153-B650-4DEB-B370-79DDCFDCE934}" type="slidenum">
              <a:rPr lang="en-US" smtClean="0"/>
              <a:pPr rtl="0"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4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D9184-BD72-D2F7-C9D3-E504F7F6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Trabalhando de forma inteligente (Modelos)</a:t>
            </a:r>
          </a:p>
        </p:txBody>
      </p:sp>
      <p:pic>
        <p:nvPicPr>
          <p:cNvPr id="7" name="Content Placeholder 6" descr="Desenho de equipamentos no caderno de desenhos.">
            <a:extLst>
              <a:ext uri="{FF2B5EF4-FFF2-40B4-BE49-F238E27FC236}">
                <a16:creationId xmlns:a16="http://schemas.microsoft.com/office/drawing/2014/main" id="{3C97B83E-8596-445D-9FC1-70E85E9251E9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rcRect l="20255" r="6042"/>
          <a:stretch>
            <a:fillRect/>
          </a:stretch>
        </p:blipFill>
        <p:spPr>
          <a:xfrm>
            <a:off x="1060450" y="1828800"/>
            <a:ext cx="4768850" cy="4351338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0BADCB-D57A-BE7C-0C22-8D798D260569}"/>
              </a:ext>
            </a:extLst>
          </p:cNvPr>
          <p:cNvSpPr>
            <a:spLocks noGrp="1"/>
          </p:cNvSpPr>
          <p:nvPr>
            <p:ph sz="quarter" idx="16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363391" y="1828800"/>
            <a:ext cx="4755712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Importância dos Modelos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Modelos economizam tempo e evitam inconsistências ao evitar a criação de documentos do zero repetidamente.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Elementos Fixos dos Templates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Templates incluem cabeçalho, assinatura, logomarca, data, fonte e margens padronizadas para o município.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Benefícios da Padronização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Padronização reduz erros, aumenta a produtividade e mantém a identidade institucional em documentos.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F236F-2BB3-C219-7FB6-B2A71540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CC057153-B650-4DEB-B370-79DDCFDCE934}" type="slidenum">
              <a:rPr lang="en-US" smtClean="0"/>
              <a:pPr rtl="0"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073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8EB0F-44EC-72C9-67A1-72C028B4D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0040" y="1645920"/>
            <a:ext cx="3931920" cy="3566160"/>
          </a:xfrm>
        </p:spPr>
        <p:txBody>
          <a:bodyPr anchor="ctr">
            <a:normAutofit/>
          </a:bodyPr>
          <a:lstStyle/>
          <a:p>
            <a:r>
              <a:rPr lang="en-US"/>
              <a:t>Atividade prática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635AA-C6AD-E2B4-7EA0-D093391D9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CC057153-B650-4DEB-B370-79DDCFDCE934}" type="slidenum">
              <a:rPr lang="en-US" smtClean="0"/>
              <a:pPr rtl="0"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962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6D146-0130-8530-762C-896DF2917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7772400" cy="914400"/>
          </a:xfrm>
        </p:spPr>
        <p:txBody>
          <a:bodyPr anchor="b">
            <a:normAutofit/>
          </a:bodyPr>
          <a:lstStyle/>
          <a:p>
            <a:r>
              <a:rPr lang="en-US"/>
              <a:t>Desafio Prático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1BE9DD-8C69-B9E0-3B6E-B24229BD7D9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207008" y="1828800"/>
            <a:ext cx="7772400" cy="420624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Configuração de Margens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Configurar margens de 2,5 cm reforça o padrão institucional e prepara o documento para formatação profissional.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Inserção de Cabeçalho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Adicionar um cabeçalho fictício ajuda a entender os elementos fixos em documentos profissionais.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Criação de Tabela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Criar tabela com colunas Nome, Data e Situação estimula o domínio da estruturação de informações.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Uso de Ícones Visuais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Ícones como cronômetro e alvo reforçam a sensação de meta prática e aprendizado objetivo.</a:t>
            </a:r>
            <a:endParaRPr lang="en-US"/>
          </a:p>
        </p:txBody>
      </p:sp>
      <p:pic>
        <p:nvPicPr>
          <p:cNvPr id="7" name="Content Placeholder 6" descr="Mão segurando relógio de pulso&#10;&#10;O conteúdo gerado por IA pode estar incorreto.">
            <a:extLst>
              <a:ext uri="{FF2B5EF4-FFF2-40B4-BE49-F238E27FC236}">
                <a16:creationId xmlns:a16="http://schemas.microsoft.com/office/drawing/2014/main" id="{F60E2471-30B8-44D8-90A0-FE74FCED84D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6319" r="26319"/>
          <a:stretch>
            <a:fillRect/>
          </a:stretch>
        </p:blipFill>
        <p:spPr>
          <a:xfrm>
            <a:off x="9287478" y="393289"/>
            <a:ext cx="2084255" cy="6051054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6C7AE-29AF-D082-00EE-2CDF9FD672C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CC057153-B650-4DEB-B370-79DDCFDCE934}" type="slidenum">
              <a:rPr lang="en-US" smtClean="0"/>
              <a:pPr rtl="0"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6742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Circinate">
  <a:themeElements>
    <a:clrScheme name="Custom 9">
      <a:dk1>
        <a:srgbClr val="2C2F21"/>
      </a:dk1>
      <a:lt1>
        <a:srgbClr val="EBE3D8"/>
      </a:lt1>
      <a:dk2>
        <a:srgbClr val="000000"/>
      </a:dk2>
      <a:lt2>
        <a:srgbClr val="FFFFFF"/>
      </a:lt2>
      <a:accent1>
        <a:srgbClr val="625D3F"/>
      </a:accent1>
      <a:accent2>
        <a:srgbClr val="0E273F"/>
      </a:accent2>
      <a:accent3>
        <a:srgbClr val="C9C4BE"/>
      </a:accent3>
      <a:accent4>
        <a:srgbClr val="A39481"/>
      </a:accent4>
      <a:accent5>
        <a:srgbClr val="2C1E20"/>
      </a:accent5>
      <a:accent6>
        <a:srgbClr val="E8E8E8"/>
      </a:accent6>
      <a:hlink>
        <a:srgbClr val="467886"/>
      </a:hlink>
      <a:folHlink>
        <a:srgbClr val="96607D"/>
      </a:folHlink>
    </a:clrScheme>
    <a:fontScheme name="Custom 22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inate_CoPilot Layouts_win32_EF_v10" id="{57103A69-FC02-49FB-8E53-10BABFFCD93C}" vid="{B3D2483F-31ED-465D-9D6C-68F8665CCF9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9e626b82-2e62-4b56-b4f0-2eb243f478f4" xsi:nil="true"/>
    <Thumbnail xmlns="9e626b82-2e62-4b56-b4f0-2eb243f478f4" xsi:nil="true"/>
    <Vertical xmlns="9e626b82-2e62-4b56-b4f0-2eb243f478f4" xsi:nil="true"/>
    <lcf76f155ced4ddcb4097134ff3c332f xmlns="9e626b82-2e62-4b56-b4f0-2eb243f478f4">
      <Terms xmlns="http://schemas.microsoft.com/office/infopath/2007/PartnerControls"/>
    </lcf76f155ced4ddcb4097134ff3c332f>
    <Styletags_x0028_include1_x002d_3_x0029_ xmlns="9e626b82-2e62-4b56-b4f0-2eb243f478f4" xsi:nil="true"/>
    <Intent xmlns="9e626b82-2e62-4b56-b4f0-2eb243f478f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0BD21B179B1749B10B6700D890B8C6" ma:contentTypeVersion="30" ma:contentTypeDescription="Create a new document." ma:contentTypeScope="" ma:versionID="a13b221ee5b949bd1d4a5301a6f516f4">
  <xsd:schema xmlns:xsd="http://www.w3.org/2001/XMLSchema" xmlns:xs="http://www.w3.org/2001/XMLSchema" xmlns:p="http://schemas.microsoft.com/office/2006/metadata/properties" xmlns:ns1="http://schemas.microsoft.com/sharepoint/v3" xmlns:ns2="9e626b82-2e62-4b56-b4f0-2eb243f478f4" xmlns:ns3="230e9df3-be65-4c73-a93b-d1236ebd677e" xmlns:ns4="543e3375-4853-4ccc-a3e2-1512ebb9cffd" targetNamespace="http://schemas.microsoft.com/office/2006/metadata/properties" ma:root="true" ma:fieldsID="233e7f4977957a9e20bc87caea750b4e" ns1:_="" ns2:_="" ns3:_="" ns4:_="">
    <xsd:import namespace="http://schemas.microsoft.com/sharepoint/v3"/>
    <xsd:import namespace="9e626b82-2e62-4b56-b4f0-2eb243f478f4"/>
    <xsd:import namespace="230e9df3-be65-4c73-a93b-d1236ebd677e"/>
    <xsd:import namespace="543e3375-4853-4ccc-a3e2-1512ebb9c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ocTag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ystemTags" minOccurs="0"/>
                <xsd:element ref="ns2:Styletags_x0028_include1_x002d_3_x0029_" minOccurs="0"/>
                <xsd:element ref="ns2:Vertical" minOccurs="0"/>
                <xsd:element ref="ns2:Intent" minOccurs="0"/>
                <xsd:element ref="ns2:Thumbnai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26b82-2e62-4b56-b4f0-2eb243f478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3" nillable="true" ma:displayName="MediaServiceDocTags" ma:hidden="true" ma:internalName="MediaServiceDocTags" ma:readOnly="true">
      <xsd:simpleType>
        <xsd:restriction base="dms:Note"/>
      </xsd:simpleType>
    </xsd:element>
    <xsd:element name="MediaServiceDateTaken" ma:index="2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7" nillable="true" ma:displayName="MediaServiceSystemTags" ma:hidden="true" ma:internalName="MediaServiceSystemTags" ma:readOnly="true">
      <xsd:simpleType>
        <xsd:restriction base="dms:Note"/>
      </xsd:simpleType>
    </xsd:element>
    <xsd:element name="Styletags_x0028_include1_x002d_3_x0029_" ma:index="28" nillable="true" ma:displayName="Style tags (include 1 - 3)" ma:format="Dropdown" ma:internalName="Styletags_x0028_include1_x002d_3_x0029_">
      <xsd:simpleType>
        <xsd:restriction base="dms:Text">
          <xsd:maxLength value="255"/>
        </xsd:restriction>
      </xsd:simpleType>
    </xsd:element>
    <xsd:element name="Vertical" ma:index="29" nillable="true" ma:displayName="Vertical" ma:format="Dropdown" ma:internalName="Vertical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nimals &amp; pets"/>
                    <xsd:enumeration value="Art &amp; design"/>
                    <xsd:enumeration value="Beauty"/>
                    <xsd:enumeration value="Business"/>
                    <xsd:enumeration value="Fashion"/>
                    <xsd:enumeration value="Floral &amp; garden"/>
                    <xsd:enumeration value="Food &amp; drink"/>
                    <xsd:enumeration value="General"/>
                    <xsd:enumeration value="Health &amp; fitness"/>
                  </xsd:restriction>
                </xsd:simpleType>
              </xsd:element>
            </xsd:sequence>
          </xsd:extension>
        </xsd:complexContent>
      </xsd:complexType>
    </xsd:element>
    <xsd:element name="Intent" ma:index="30" nillable="true" ma:displayName="Intent" ma:format="Dropdown" ma:internalName="Inten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out me"/>
                    <xsd:enumeration value="Activism"/>
                    <xsd:enumeration value="Announcement - event"/>
                    <xsd:enumeration value="Announcement - product"/>
                    <xsd:enumeration value="Business"/>
                    <xsd:enumeration value="Celebrate - holiday"/>
                    <xsd:enumeration value="Celebrate - life moments"/>
                    <xsd:enumeration value="Engagement post"/>
                    <xsd:enumeration value="Grand opening"/>
                    <xsd:enumeration value="Marketplace"/>
                    <xsd:enumeration value="Open house"/>
                    <xsd:enumeration value="Quote"/>
                    <xsd:enumeration value="Sale"/>
                    <xsd:enumeration value="Simple phrases"/>
                    <xsd:enumeration value="Subscribe"/>
                    <xsd:enumeration value="Choice 16"/>
                  </xsd:restriction>
                </xsd:simpleType>
              </xsd:element>
            </xsd:sequence>
          </xsd:extension>
        </xsd:complexContent>
      </xsd:complexType>
    </xsd:element>
    <xsd:element name="Thumbnail" ma:index="31" nillable="true" ma:displayName="Thumbnail" ma:format="Thumbnail" ma:internalName="Thumbnail">
      <xsd:simpleType>
        <xsd:restriction base="dms:Unknown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6051309a-75b7-4c22-93ea-c24616af8dd0}" ma:internalName="TaxCatchAll" ma:showField="CatchAllData" ma:web="543e3375-4853-4ccc-a3e2-1512ebb9c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e3375-4853-4ccc-a3e2-1512ebb9cff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CEDABF-7176-4A42-8EF9-E5D4DD31FF6C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  <ds:schemaRef ds:uri="230e9df3-be65-4c73-a93b-d1236ebd677e"/>
    <ds:schemaRef ds:uri="http://purl.org/dc/elements/1.1/"/>
    <ds:schemaRef ds:uri="16c05727-aa75-4e4a-9b5f-8a80a1165891"/>
    <ds:schemaRef ds:uri="71af3243-3dd4-4a8d-8c0d-dd76da1f02a5"/>
    <ds:schemaRef ds:uri="http://schemas.microsoft.com/sharepoint/v3"/>
    <ds:schemaRef ds:uri="9e626b82-2e62-4b56-b4f0-2eb243f478f4"/>
  </ds:schemaRefs>
</ds:datastoreItem>
</file>

<file path=customXml/itemProps3.xml><?xml version="1.0" encoding="utf-8"?>
<ds:datastoreItem xmlns:ds="http://schemas.openxmlformats.org/officeDocument/2006/customXml" ds:itemID="{BEA58E36-D641-429D-84E2-E036B23DF3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e626b82-2e62-4b56-b4f0-2eb243f478f4"/>
    <ds:schemaRef ds:uri="230e9df3-be65-4c73-a93b-d1236ebd677e"/>
    <ds:schemaRef ds:uri="543e3375-4853-4ccc-a3e2-1512ebb9cf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618</TotalTime>
  <Words>1532</Words>
  <Application>Microsoft Office PowerPoint</Application>
  <PresentationFormat>Widescreen</PresentationFormat>
  <Paragraphs>91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Circinate</vt:lpstr>
      <vt:lpstr>Aula 04: Produção de Relatórios e Escrita Profissional</vt:lpstr>
      <vt:lpstr>Aparência</vt:lpstr>
      <vt:lpstr>Boas práticas de digitação e formatação</vt:lpstr>
      <vt:lpstr>O fim do 'Caos do Enter'</vt:lpstr>
      <vt:lpstr>Padrões de formatação profissional</vt:lpstr>
      <vt:lpstr>Regras de Ouro da Formatação</vt:lpstr>
      <vt:lpstr>Organização com tabelas</vt:lpstr>
      <vt:lpstr>Tabelas para organizar a vida</vt:lpstr>
      <vt:lpstr>Produtividade com modelos</vt:lpstr>
      <vt:lpstr>Trabalhando de forma inteligente (Modelos)</vt:lpstr>
      <vt:lpstr>Atividade prática</vt:lpstr>
      <vt:lpstr>Desafio Prático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Luis Otávio</cp:lastModifiedBy>
  <cp:revision>39</cp:revision>
  <dcterms:created xsi:type="dcterms:W3CDTF">2024-06-26T20:20:27Z</dcterms:created>
  <dcterms:modified xsi:type="dcterms:W3CDTF">2026-02-24T18:19:49Z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0x010100F70BD21B179B1749B10B6700D890B8C6</vt:lpwstr>
  </property>
  <property fmtid="{D5CDD505-2E9C-101B-9397-08002B2CF9AE}" pid="3" name="MediaServiceImageTags">
    <vt:lpwstr/>
  </property>
</Properties>
</file>