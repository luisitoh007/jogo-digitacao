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25" r:id="rId4"/>
  </p:sldMasterIdLst>
  <p:notesMasterIdLst>
    <p:notesMasterId r:id="rId12"/>
  </p:notesMasterIdLst>
  <p:handoutMasterIdLst>
    <p:handoutMasterId r:id="rId13"/>
  </p:handoutMasterIdLst>
  <p:sldIdLst>
    <p:sldId id="2561" r:id="rId5"/>
    <p:sldId id="2563" r:id="rId6"/>
    <p:sldId id="2564" r:id="rId7"/>
    <p:sldId id="2565" r:id="rId8"/>
    <p:sldId id="2566" r:id="rId9"/>
    <p:sldId id="2567" r:id="rId10"/>
    <p:sldId id="2568" r:id="rId11"/>
  </p:sldIdLst>
  <p:sldSz cx="12192000" cy="6858000"/>
  <p:notesSz cx="6858000" cy="9144000"/>
  <p:defaultTextStyle>
    <a:defPPr rtl="0">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gurança de Dados e Sigilo no SUAS (LGPD) – Aula 06" id="{DB3A5CFE-6101-47A9-9554-7AE22FD748C4}">
          <p14:sldIdLst>
            <p14:sldId id="2561"/>
          </p14:sldIdLst>
        </p14:section>
        <p14:section name="Segurança de Dados e Sigilo no SUAS" id="{4E9C46FB-4718-4DA3-A624-D58B7B5CFE17}">
          <p14:sldIdLst>
            <p14:sldId id="2563"/>
            <p14:sldId id="2564"/>
            <p14:sldId id="2565"/>
            <p14:sldId id="2566"/>
            <p14:sldId id="2567"/>
            <p14:sldId id="2568"/>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10E4221-6F06-64E5-5214-772388C857B5}" name="Elizabeth Feldbruegge (ALLEGIS GROUP HOLDINGS INC)" initials="EF(GHI" userId="S::v-felizabeth@microsoft.com::ba5aea11-28e4-484d-8e49-c15efb1bd2e9" providerId="AD"/>
  <p188:author id="{E2471F2E-E011-F521-299E-65FC243E7E5E}" name="David Salaguinto" initials="DS" userId="S::davidsa@microsoft.com::9399e6ad-b974-43d0-b593-8c2804f84e0d" providerId="AD"/>
  <p188:author id="{DC3CAF61-3D39-8A1C-6AB6-F5CBCFCBEA47}" name="Vanessa Buzgheia (ALLEGIS GROUP HOLDINGS INC)" initials="" userId="S::v-vabuzgheia@microsoft.com::f3934b54-4599-40d0-96a8-d6208686f730" providerId="AD"/>
  <p188:author id="{9941987A-41B7-49AC-EE6E-03F2D0BD95BA}" name="Daria Naidenov" initials="DN" userId="S::danaidenov@microsoft.com::ab38ab5f-bdf0-4774-ae5a-d2782abb2027"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25AC0E9-A1F6-4A52-B645-983AD5B9F6FA}" v="9" dt="2026-02-24T17:58:34.074"/>
    <p1510:client id="{ED5A2940-AB2F-A93C-CF4A-C3470E1EAED5}" v="16" dt="2026-02-24T18:03:49.255"/>
  </p1510:revLst>
</p1510:revInfo>
</file>

<file path=ppt/tableStyles.xml><?xml version="1.0" encoding="utf-8"?>
<a:tblStyleLst xmlns:a="http://schemas.openxmlformats.org/drawingml/2006/main" def="{5940675A-B579-460E-94D1-54222C63F5D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397" autoAdjust="0"/>
    <p:restoredTop sz="94468"/>
  </p:normalViewPr>
  <p:slideViewPr>
    <p:cSldViewPr snapToGrid="0">
      <p:cViewPr>
        <p:scale>
          <a:sx n="100" d="100"/>
          <a:sy n="100" d="100"/>
        </p:scale>
        <p:origin x="-72" y="-595"/>
      </p:cViewPr>
      <p:guideLst/>
    </p:cSldViewPr>
  </p:slideViewPr>
  <p:notesTextViewPr>
    <p:cViewPr>
      <p:scale>
        <a:sx n="1" d="1"/>
        <a:sy n="1" d="1"/>
      </p:scale>
      <p:origin x="0" y="0"/>
    </p:cViewPr>
  </p:notesTextViewPr>
  <p:sorterViewPr>
    <p:cViewPr>
      <p:scale>
        <a:sx n="70" d="100"/>
        <a:sy n="70" d="100"/>
      </p:scale>
      <p:origin x="0" y="0"/>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18"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19"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a:extLst>
              <a:ext uri="{FF2B5EF4-FFF2-40B4-BE49-F238E27FC236}">
                <a16:creationId xmlns:a16="http://schemas.microsoft.com/office/drawing/2014/main" id="{64198972-73C8-9327-0850-18A6425134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US" dirty="0"/>
          </a:p>
        </p:txBody>
      </p:sp>
      <p:sp>
        <p:nvSpPr>
          <p:cNvPr id="3" name="Espaço Reservado para Data 2">
            <a:extLst>
              <a:ext uri="{FF2B5EF4-FFF2-40B4-BE49-F238E27FC236}">
                <a16:creationId xmlns:a16="http://schemas.microsoft.com/office/drawing/2014/main" id="{2955A2EB-01C3-20E0-FF45-07CCC86724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D5D1EC30-5B0B-48D0-A1A8-66A96720DF24}" type="datetimeFigureOut">
              <a:rPr lang="en-US" smtClean="0"/>
              <a:t>2/24/2026</a:t>
            </a:fld>
            <a:endParaRPr lang="en-US" dirty="0"/>
          </a:p>
        </p:txBody>
      </p:sp>
      <p:sp>
        <p:nvSpPr>
          <p:cNvPr id="4" name="Espaço Reservado para Rodapé 3">
            <a:extLst>
              <a:ext uri="{FF2B5EF4-FFF2-40B4-BE49-F238E27FC236}">
                <a16:creationId xmlns:a16="http://schemas.microsoft.com/office/drawing/2014/main" id="{91C50A84-CDF8-9D1C-7599-D1B543581C0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US" dirty="0"/>
          </a:p>
        </p:txBody>
      </p:sp>
      <p:sp>
        <p:nvSpPr>
          <p:cNvPr id="5" name="Espaço Reservado para o Número do Slide 4">
            <a:extLst>
              <a:ext uri="{FF2B5EF4-FFF2-40B4-BE49-F238E27FC236}">
                <a16:creationId xmlns:a16="http://schemas.microsoft.com/office/drawing/2014/main" id="{1BAAFBD2-1F7B-DB18-5994-6D22C6743F9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2B8FBFCE-2205-4B9C-81E5-532E0690D8C1}" type="slidenum">
              <a:rPr lang="en-US" smtClean="0"/>
              <a:t>‹nº›</a:t>
            </a:fld>
            <a:endParaRPr lang="en-US" dirty="0"/>
          </a:p>
        </p:txBody>
      </p:sp>
    </p:spTree>
    <p:extLst>
      <p:ext uri="{BB962C8B-B14F-4D97-AF65-F5344CB8AC3E}">
        <p14:creationId xmlns:p14="http://schemas.microsoft.com/office/powerpoint/2010/main" val="11787311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US" dirty="0"/>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69F68A4D-42A7-45F7-9930-00E8DCB48D7E}" type="datetimeFigureOut">
              <a:rPr lang="en-US" smtClean="0"/>
              <a:t>2/24/2026</a:t>
            </a:fld>
            <a:endParaRPr lang="en-US" dirty="0"/>
          </a:p>
        </p:txBody>
      </p:sp>
      <p:sp>
        <p:nvSpPr>
          <p:cNvPr id="4" name="Espaço Reservado para Imagem do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n-US" dirty="0"/>
          </a:p>
        </p:txBody>
      </p:sp>
      <p:sp>
        <p:nvSpPr>
          <p:cNvPr id="5" name="Espaço Reservado para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US" dirty="0"/>
          </a:p>
        </p:txBody>
      </p:sp>
      <p:sp>
        <p:nvSpPr>
          <p:cNvPr id="7" name="Espaço Reservado para o Número do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BFDD6F49-EBB7-4CCF-97A8-E526BB28BB69}" type="slidenum">
              <a:rPr lang="en-US" smtClean="0"/>
              <a:t>‹nº›</a:t>
            </a:fld>
            <a:endParaRPr lang="en-US" dirty="0"/>
          </a:p>
        </p:txBody>
      </p:sp>
    </p:spTree>
    <p:extLst>
      <p:ext uri="{BB962C8B-B14F-4D97-AF65-F5344CB8AC3E}">
        <p14:creationId xmlns:p14="http://schemas.microsoft.com/office/powerpoint/2010/main" val="2787193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Os conteúdos gerados por IA poderão estar incorretos.
---
</a:t>
            </a:r>
          </a:p>
        </p:txBody>
      </p:sp>
      <p:sp>
        <p:nvSpPr>
          <p:cNvPr id="4" name="Slide Number Placeholder 3"/>
          <p:cNvSpPr>
            <a:spLocks noGrp="1"/>
          </p:cNvSpPr>
          <p:nvPr>
            <p:ph type="sldNum" sz="quarter" idx="5"/>
          </p:nvPr>
        </p:nvSpPr>
        <p:spPr/>
        <p:txBody>
          <a:bodyPr/>
          <a:lstStyle/>
          <a:p>
            <a:pPr rtl="0"/>
            <a:fld id="{BFDD6F49-EBB7-4CCF-97A8-E526BB28BB69}" type="slidenum">
              <a:rPr lang="en-US" smtClean="0"/>
              <a:t>1</a:t>
            </a:fld>
            <a:endParaRPr lang="en-US" dirty="0"/>
          </a:p>
        </p:txBody>
      </p:sp>
    </p:spTree>
    <p:extLst>
      <p:ext uri="{BB962C8B-B14F-4D97-AF65-F5344CB8AC3E}">
        <p14:creationId xmlns:p14="http://schemas.microsoft.com/office/powerpoint/2010/main" val="10902972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 abertura desta aula se concentra na importância do papel do Assistente Social como guardião digital das informações sensíveis das famílias atendidas pelo CRAS. Em um cenário onde grande parte dos dados é registrada, armazenada e transitada em meios digitais, compreender a responsabilidade inerente ao sigilo profissional torna‑se indispensável. O título “O Guardião Digital: Sigilo e LGPD no CRAS” reforça a ideia de que a proteção das informações não é apenas uma exigência legal, mas um compromisso ético e institucional. A implementação da Lei Geral de Proteção de Dados (LGPD) exige práticas de cuidado, organização e vigilância contínua do fluxo de dados, desde o momento de coleta até o descarte ou arquivamento final. A presença de sistemas informatizados, prontuários digitais e relatórios gerados eletronicamente aumenta a necessidade de um comportamento mais consciente e preventivo por parte dos profissionais. Além disso, muitos riscos no ambiente de trabalho surgem não por falhas tecnológicas, mas por ações cotidianas — uma tela deixada desbloqueada, documentos salvos em locais inadequados ou compartilhamentos feitos de maneira impulsiva. Por isso, iniciar a aula com um símbolo visual de proteção, como um escudo digital ou um cadeado moderno protegendo uma pasta de arquivos, reforça a mensagem de que a segurança começa com atitudes simples, porém essenciais, adotadas diariamente. O objetivo maior deste slide é preparar o público para compreender que a tecnologia é apenas parte da proteção; o fator humano continua sendo a principal barreira entre a confidencialidade e potenciais violações. Essa compreensão será aprofundada nos demais conteúdos da aula, conectando princípios legais, boas práticas e exemplos reais presentes no cotidiano do CRAS.</a:t>
            </a:r>
          </a:p>
        </p:txBody>
      </p:sp>
      <p:sp>
        <p:nvSpPr>
          <p:cNvPr id="4" name="Slide Number Placeholder 3"/>
          <p:cNvSpPr>
            <a:spLocks noGrp="1"/>
          </p:cNvSpPr>
          <p:nvPr>
            <p:ph type="sldNum" sz="quarter" idx="5"/>
          </p:nvPr>
        </p:nvSpPr>
        <p:spPr/>
        <p:txBody>
          <a:bodyPr/>
          <a:lstStyle/>
          <a:p>
            <a:pPr rtl="0"/>
            <a:fld id="{BFDD6F49-EBB7-4CCF-97A8-E526BB28BB69}" type="slidenum">
              <a:rPr lang="en-US" smtClean="0"/>
              <a:t>3</a:t>
            </a:fld>
            <a:endParaRPr lang="en-US" dirty="0"/>
          </a:p>
        </p:txBody>
      </p:sp>
    </p:spTree>
    <p:extLst>
      <p:ext uri="{BB962C8B-B14F-4D97-AF65-F5344CB8AC3E}">
        <p14:creationId xmlns:p14="http://schemas.microsoft.com/office/powerpoint/2010/main" val="38501706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Os Assistentes Sociais que atuam no CRAS lidam diariamente com dados extremamente sensíveis, envolvendo renda familiar, histórico de saúde, violações de direitos, vínculos familiares e diversas informações que, se expostas, podem comprometer a integridade e até a segurança física das pessoas atendidas. Esse conteúdo reforça que o sigilo ético, tradicionalmente associado aos documentos físicos e às conversas presenciais, também se aplica rigorosamente ao ambiente digital. Em um tempo em que bases de dados circulam entre computadores, nuvens e dispositivos móveis, a vulnerabilidade aumenta significativamente, exigindo atenção e responsabilidade ainda maiores. A LGPD reforça a necessidade de proteção desses dados não apenas como uma boa prática, mas como uma obrigação legal. A expressão “Você carrega a vida das pessoas no pendrive” ilustra de maneira direta o impacto potencial de um incidente de segurança: um simples arquivo extraviado, um e-mail enviado para o destinatário errado ou uma planilha compartilhada sem critérios podem representar riscos reais e imediatos para famílias em situação de vulnerabilidade. Além disso, muitos incidentes de vazamento não ocorrem por ataques externos, mas por pequenos descuidos internos, como deixar arquivos desprotegidos, salvar documentos sensíveis fora de pastas seguras ou transportar dados em dispositivos não criptografados. A ideia visual de uma impressão digital conectada a uma rede demonstra de forma simbólica que, no ambiente digital, a identidade e a privacidade das pessoas tornam‑se ainda mais expostas. Ao compreender essa dimensão, o profissional reconhece que segurança da informação não é um processo burocrático, mas um cuidado ético essencial para a proteção social.</a:t>
            </a:r>
          </a:p>
        </p:txBody>
      </p:sp>
      <p:sp>
        <p:nvSpPr>
          <p:cNvPr id="4" name="Slide Number Placeholder 3"/>
          <p:cNvSpPr>
            <a:spLocks noGrp="1"/>
          </p:cNvSpPr>
          <p:nvPr>
            <p:ph type="sldNum" sz="quarter" idx="5"/>
          </p:nvPr>
        </p:nvSpPr>
        <p:spPr/>
        <p:txBody>
          <a:bodyPr/>
          <a:lstStyle/>
          <a:p>
            <a:pPr rtl="0"/>
            <a:fld id="{BFDD6F49-EBB7-4CCF-97A8-E526BB28BB69}" type="slidenum">
              <a:rPr lang="en-US" smtClean="0"/>
              <a:t>4</a:t>
            </a:fld>
            <a:endParaRPr lang="en-US" dirty="0"/>
          </a:p>
        </p:txBody>
      </p:sp>
    </p:spTree>
    <p:extLst>
      <p:ext uri="{BB962C8B-B14F-4D97-AF65-F5344CB8AC3E}">
        <p14:creationId xmlns:p14="http://schemas.microsoft.com/office/powerpoint/2010/main" val="5816833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 Lei Geral de Proteção de Dados redefine a forma como organizações públicas e privadas devem lidar com informações pessoais. No SUAS, essa lei ganha contornos ainda mais críticos, dado que o público atendido frequentemente se encontra em situação de vulnerabilidade social. O primeiro princípio destacado é a minimização de dados: somente informações estritamente necessárias ao atendimento devem ser coletadas. Isso previne exposições desnecessárias e reduz o impacto caso ocorra um incidente. Outro ponto essencial abordado é o compartilhamento responsável. Planilhas contendo NIS, CPF ou dados sensíveis jamais devem ser enviadas por canais informais, como grupos de WhatsApp não oficiais ou conversas fora do ambiente institucional, pois esses meios não oferecem garantias de proteção, rastreabilidade ou controle de acesso. A transparência com o usuário também é fundamental: sempre que possível, a família deve saber por que suas informações estão sendo coletadas, como serão utilizadas e quem terá acesso a elas, reforçando a confiança no serviço. A imagem de um documento oficial com selo de conformidade funciona como metáfora visual da integridade administrativa necessária no trabalho do CRAS. A LGPD não se limita a uma legislação distante — ela precisa ser traduzida em práticas diárias, como controlar permissões de acesso, revisar dispositivos, organizar corretamente pastas e assegurar que apenas quem deve visualizar os dados o faça. Essa etapa da apresentação solidifica a consciência legal e ética da equipe, reforçando que conformidade não é apenas seguir regras, mas honrar o compromisso institucional de proteger cada família atendida.</a:t>
            </a:r>
          </a:p>
        </p:txBody>
      </p:sp>
      <p:sp>
        <p:nvSpPr>
          <p:cNvPr id="4" name="Slide Number Placeholder 3"/>
          <p:cNvSpPr>
            <a:spLocks noGrp="1"/>
          </p:cNvSpPr>
          <p:nvPr>
            <p:ph type="sldNum" sz="quarter" idx="5"/>
          </p:nvPr>
        </p:nvSpPr>
        <p:spPr/>
        <p:txBody>
          <a:bodyPr/>
          <a:lstStyle/>
          <a:p>
            <a:pPr rtl="0"/>
            <a:fld id="{BFDD6F49-EBB7-4CCF-97A8-E526BB28BB69}" type="slidenum">
              <a:rPr lang="en-US" smtClean="0"/>
              <a:t>5</a:t>
            </a:fld>
            <a:endParaRPr lang="en-US" dirty="0"/>
          </a:p>
        </p:txBody>
      </p:sp>
    </p:spTree>
    <p:extLst>
      <p:ext uri="{BB962C8B-B14F-4D97-AF65-F5344CB8AC3E}">
        <p14:creationId xmlns:p14="http://schemas.microsoft.com/office/powerpoint/2010/main" val="20612048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Este slide alerta sobre os pontos mais frequentes onde ocorrem falhas de segurança dentro do CRAS, normalmente decorrentes de hábitos cotidianos que parecem inofensivos, mas que podem expor informações sensíveis de forma grave. Um dos erros mais comuns é deixar o WhatsApp Web aberto em computadores de uso compartilhado. Esse comportamento permite que qualquer pessoa que utilize o equipamento posteriormente tenha acesso a conversas profissionais, documentos enviados e, em alguns casos, informações pessoais de famílias. Outro risco amplamente negligenciado é o uso de senhas escritas em papéis, post-its ou guardanapos presos ao monitor ou escondidos embaixo do teclado. Além de ser facilmente descoberto por terceiros, esse hábito demonstra falta de gestão segura de credenciais, o que pode conceder acesso indevido a sistemas governamentais, prontuários e plataformas internas. A apresentação também destaca os golpes de phishing, que utilizam mensagens falsas com aparência institucional, muitas vezes contendo expressões como “Recadastramento do Sistema”, para induzir profissionais ao clique em links maliciosos. Esses links podem roubar senhas, instalar softwares espiões ou conceder acesso a dados restritos. O uso de uma imagem com alerta ou com o símbolo de phishing (anzol) reforça a necessidade de verificar cuidadosamente remetentes, URLs e solicitações incomuns. Compreender esses riscos não serve para gerar medo, mas para fortalecer comportamentos preventivos que reduzem significativamente a chance de incidentes que possam comprometer o sigilo profissional e a integridade das famílias atendidas.</a:t>
            </a:r>
          </a:p>
        </p:txBody>
      </p:sp>
      <p:sp>
        <p:nvSpPr>
          <p:cNvPr id="4" name="Slide Number Placeholder 3"/>
          <p:cNvSpPr>
            <a:spLocks noGrp="1"/>
          </p:cNvSpPr>
          <p:nvPr>
            <p:ph type="sldNum" sz="quarter" idx="5"/>
          </p:nvPr>
        </p:nvSpPr>
        <p:spPr/>
        <p:txBody>
          <a:bodyPr/>
          <a:lstStyle/>
          <a:p>
            <a:pPr rtl="0"/>
            <a:fld id="{BFDD6F49-EBB7-4CCF-97A8-E526BB28BB69}" type="slidenum">
              <a:rPr lang="en-US" smtClean="0"/>
              <a:t>6</a:t>
            </a:fld>
            <a:endParaRPr lang="en-US" dirty="0"/>
          </a:p>
        </p:txBody>
      </p:sp>
    </p:spTree>
    <p:extLst>
      <p:ext uri="{BB962C8B-B14F-4D97-AF65-F5344CB8AC3E}">
        <p14:creationId xmlns:p14="http://schemas.microsoft.com/office/powerpoint/2010/main" val="40354418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Após compreender os riscos mais comuns, este slide apresenta ações práticas e imediatas que os Assistentes Sociais podem adotar para fortalecer a segurança digital no ambiente do CRAS. A primeira orientação, chamada de Regra de Ouro, destaca a importância do bloqueio automático da tela sempre que o profissional se afasta do computador — mesmo que apenas por alguns segundos. A combinação Windows + L é simples, rápida e impede acessos não autorizados a prontuários, planilhas e sistemas institucionais. Outra boa prática essencial é a criação e manutenção de senhas fortes, combinando letras maiúsculas e minúsculas, números e símbolos, evitando dados óbvios como datas de aniversário ou nomes de familiares. Além disso, reforça-se a necessidade de realizar logoff ao finalizar o expediente, especialmente em sistemas sensíveis do governo, como CadÚnico, Prontuário SUAS, SAA ou sistemas internos da prefeitura. Essas medidas, apesar de simples, reduzem drasticamente as chances de acesso indevido, vazamentos e manipulação não autorizada de informações. A imagem sugerida — um teclado com Windows + L ou um cadeado simbólico — reforça visualmente a cultura de segurança, lembrando que pequenas atitudes se acumulam e se transformam em um forte escudo digital. A mensagem final deste slide é clara: segurança da informação é prática diária, não ferramenta; é disciplina e responsabilidade contínuas, não uma ação isolada.</a:t>
            </a:r>
          </a:p>
        </p:txBody>
      </p:sp>
      <p:sp>
        <p:nvSpPr>
          <p:cNvPr id="4" name="Slide Number Placeholder 3"/>
          <p:cNvSpPr>
            <a:spLocks noGrp="1"/>
          </p:cNvSpPr>
          <p:nvPr>
            <p:ph type="sldNum" sz="quarter" idx="5"/>
          </p:nvPr>
        </p:nvSpPr>
        <p:spPr/>
        <p:txBody>
          <a:bodyPr/>
          <a:lstStyle/>
          <a:p>
            <a:pPr rtl="0"/>
            <a:fld id="{BFDD6F49-EBB7-4CCF-97A8-E526BB28BB69}" type="slidenum">
              <a:rPr lang="en-US" smtClean="0"/>
              <a:t>7</a:t>
            </a:fld>
            <a:endParaRPr lang="en-US" dirty="0"/>
          </a:p>
        </p:txBody>
      </p:sp>
    </p:spTree>
    <p:extLst>
      <p:ext uri="{BB962C8B-B14F-4D97-AF65-F5344CB8AC3E}">
        <p14:creationId xmlns:p14="http://schemas.microsoft.com/office/powerpoint/2010/main" val="6299766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O encerramento da aula reforça que, apesar de toda a tecnologia, sistemas, leis e ferramentas disponíveis, a segurança da informação no CRAS começa e termina no comportamento humano. O texto apresentado — “A tecnologia é a ferramenta, mas o sigilo é humano...” — sintetiza perfeitamente essa ideia. O profissional deve revisar suas senhas periodicamente, garantindo que sejam fortes, exclusivas e armazenadas de maneira segura. Também deve observar quem pode ver sua tela, verificar se deixou sistemas logados e assegurar que os relatórios do PAIF estejam armazenados em local seguro, preferencialmente em pastas institucionais organizadas ou serviços de nuvem oficiais com controle de permissões. Esse nível de atenção contínua demonstra não apenas conformidade legal, mas respeito profundo pelas famílias atendidas. O uso de um selo de segurança ou ícone de compromisso visual enfatiza que proteger dados não é um gesto técnico, mas um ato ético e humano. Assim, o slide final convida cada profissional a assumir a postura de guardião digital, compreendendo que a confiança das famílias e a integridade do serviço dependem diretamente desse compromisso voluntário, disciplinado e consciente.</a:t>
            </a:r>
          </a:p>
        </p:txBody>
      </p:sp>
      <p:sp>
        <p:nvSpPr>
          <p:cNvPr id="4" name="Slide Number Placeholder 3"/>
          <p:cNvSpPr>
            <a:spLocks noGrp="1"/>
          </p:cNvSpPr>
          <p:nvPr>
            <p:ph type="sldNum" sz="quarter" idx="5"/>
          </p:nvPr>
        </p:nvSpPr>
        <p:spPr/>
        <p:txBody>
          <a:bodyPr/>
          <a:lstStyle/>
          <a:p>
            <a:pPr rtl="0"/>
            <a:fld id="{BFDD6F49-EBB7-4CCF-97A8-E526BB28BB69}" type="slidenum">
              <a:rPr lang="en-US" smtClean="0"/>
              <a:t>8</a:t>
            </a:fld>
            <a:endParaRPr lang="en-US" dirty="0"/>
          </a:p>
        </p:txBody>
      </p:sp>
    </p:spTree>
    <p:extLst>
      <p:ext uri="{BB962C8B-B14F-4D97-AF65-F5344CB8AC3E}">
        <p14:creationId xmlns:p14="http://schemas.microsoft.com/office/powerpoint/2010/main" val="76141357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ítulo com Imagem">
    <p:spTree>
      <p:nvGrpSpPr>
        <p:cNvPr id="1" name=""/>
        <p:cNvGrpSpPr/>
        <p:nvPr/>
      </p:nvGrpSpPr>
      <p:grpSpPr>
        <a:xfrm>
          <a:off x="0" y="0"/>
          <a:ext cx="0" cy="0"/>
          <a:chOff x="0" y="0"/>
          <a:chExt cx="0" cy="0"/>
        </a:xfrm>
      </p:grpSpPr>
      <p:sp>
        <p:nvSpPr>
          <p:cNvPr id="10" name="Retângulo 9">
            <a:extLst>
              <a:ext uri="{FF2B5EF4-FFF2-40B4-BE49-F238E27FC236}">
                <a16:creationId xmlns:a16="http://schemas.microsoft.com/office/drawing/2014/main" id="{2A1944F5-72DB-5388-391B-5DC34BAD29A9}"/>
              </a:ext>
            </a:extLst>
          </p:cNvPr>
          <p:cNvSpPr/>
          <p:nvPr/>
        </p:nvSpPr>
        <p:spPr>
          <a:xfrm>
            <a:off x="1121981" y="874987"/>
            <a:ext cx="6584950" cy="510802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7" name="Título 6">
            <a:extLst>
              <a:ext uri="{FF2B5EF4-FFF2-40B4-BE49-F238E27FC236}">
                <a16:creationId xmlns:a16="http://schemas.microsoft.com/office/drawing/2014/main" id="{61A7C733-6185-B286-B0DA-134F6D3AB879}"/>
              </a:ext>
            </a:extLst>
          </p:cNvPr>
          <p:cNvSpPr>
            <a:spLocks noGrp="1"/>
          </p:cNvSpPr>
          <p:nvPr>
            <p:ph type="title"/>
          </p:nvPr>
        </p:nvSpPr>
        <p:spPr>
          <a:xfrm>
            <a:off x="1475245" y="1362457"/>
            <a:ext cx="5879592" cy="3209544"/>
          </a:xfrm>
        </p:spPr>
        <p:txBody>
          <a:bodyPr rtlCol="0">
            <a:normAutofit/>
          </a:bodyPr>
          <a:lstStyle>
            <a:lvl1pPr>
              <a:defRPr sz="6200"/>
            </a:lvl1pPr>
          </a:lstStyle>
          <a:p>
            <a:pPr rtl="0"/>
            <a:r>
              <a:rPr lang="pt-br"/>
              <a:t>Clique para editar o estilo de título Mestre</a:t>
            </a:r>
          </a:p>
        </p:txBody>
      </p:sp>
      <p:sp>
        <p:nvSpPr>
          <p:cNvPr id="13" name="Subtítulo 2">
            <a:extLst>
              <a:ext uri="{FF2B5EF4-FFF2-40B4-BE49-F238E27FC236}">
                <a16:creationId xmlns:a16="http://schemas.microsoft.com/office/drawing/2014/main" id="{C53952BB-0BC0-A2D9-8CC5-18F5090C1D29}"/>
              </a:ext>
            </a:extLst>
          </p:cNvPr>
          <p:cNvSpPr>
            <a:spLocks noGrp="1"/>
          </p:cNvSpPr>
          <p:nvPr>
            <p:ph type="subTitle" idx="1"/>
          </p:nvPr>
        </p:nvSpPr>
        <p:spPr>
          <a:xfrm>
            <a:off x="1475246" y="4731232"/>
            <a:ext cx="5879592" cy="960120"/>
          </a:xfrm>
        </p:spPr>
        <p:txBody>
          <a:bodyPr vert="horz" lIns="91440" tIns="45720" rIns="91440" bIns="45720" rtlCol="0" anchor="b">
            <a:normAutofit/>
          </a:bodyPr>
          <a:lstStyle>
            <a:lvl1pPr marL="0" indent="0">
              <a:buNone/>
              <a:defRPr lang="en-US" sz="1800" dirty="0"/>
            </a:lvl1pPr>
          </a:lstStyle>
          <a:p>
            <a:pPr lvl="0" rtl="0"/>
            <a:r>
              <a:rPr lang="pt-br"/>
              <a:t>Clique para editar o estilo de subtítulo Mestre</a:t>
            </a:r>
          </a:p>
        </p:txBody>
      </p:sp>
      <p:sp>
        <p:nvSpPr>
          <p:cNvPr id="11" name="Espaço Reservado para Imagem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7855758" y="886968"/>
            <a:ext cx="3197543" cy="5084064"/>
          </a:xfrm>
          <a:blipFill>
            <a:blip r:embed="rId2">
              <a:alphaModFix amt="70000"/>
              <a:extLst>
                <a:ext uri="{28A0092B-C50C-407E-A947-70E740481C1C}">
                  <a14:useLocalDpi xmlns:a14="http://schemas.microsoft.com/office/drawing/2010/main" val="0"/>
                </a:ext>
              </a:extLst>
            </a:blip>
            <a:stretch>
              <a:fillRect/>
            </a:stretch>
          </a:blipFill>
          <a:ln w="19050">
            <a:noFill/>
            <a:miter lim="800000"/>
          </a:ln>
        </p:spPr>
        <p:txBody>
          <a:bodyPr rtlCol="0"/>
          <a:lstStyle>
            <a:lvl1pPr marL="0" indent="0">
              <a:buNone/>
              <a:defRPr/>
            </a:lvl1pPr>
          </a:lstStyle>
          <a:p>
            <a:pPr rtl="0"/>
            <a:r>
              <a:rPr lang="pt-br"/>
              <a:t> </a:t>
            </a:r>
          </a:p>
        </p:txBody>
      </p:sp>
      <p:sp>
        <p:nvSpPr>
          <p:cNvPr id="5" name="Retângulo 4">
            <a:extLst>
              <a:ext uri="{FF2B5EF4-FFF2-40B4-BE49-F238E27FC236}">
                <a16:creationId xmlns:a16="http://schemas.microsoft.com/office/drawing/2014/main" id="{09E6AD98-B65B-93FA-EC0E-E737696918E7}"/>
              </a:ext>
            </a:extLst>
          </p:cNvPr>
          <p:cNvSpPr/>
          <p:nvPr userDrawn="1"/>
        </p:nvSpPr>
        <p:spPr>
          <a:xfrm>
            <a:off x="7845134" y="874986"/>
            <a:ext cx="3218791" cy="510802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rtl="0"/>
            <a:endParaRPr lang="en-US" dirty="0"/>
          </a:p>
        </p:txBody>
      </p:sp>
      <p:sp>
        <p:nvSpPr>
          <p:cNvPr id="4" name="Espaço Reservado para Data 3">
            <a:extLst>
              <a:ext uri="{FF2B5EF4-FFF2-40B4-BE49-F238E27FC236}">
                <a16:creationId xmlns:a16="http://schemas.microsoft.com/office/drawing/2014/main" id="{702BB055-E356-D9DC-D968-F4B6E02320D2}"/>
              </a:ext>
            </a:extLst>
          </p:cNvPr>
          <p:cNvSpPr>
            <a:spLocks noGrp="1"/>
          </p:cNvSpPr>
          <p:nvPr>
            <p:ph type="dt" sz="half" idx="14"/>
          </p:nvPr>
        </p:nvSpPr>
        <p:spPr/>
        <p:txBody>
          <a:bodyPr rtlCol="0"/>
          <a:lstStyle/>
          <a:p>
            <a:pPr rtl="0"/>
            <a:r>
              <a:rPr lang="en-US"/>
              <a:t>10/8/2025</a:t>
            </a:r>
            <a:endParaRPr lang="en-US" dirty="0"/>
          </a:p>
        </p:txBody>
      </p:sp>
      <p:sp>
        <p:nvSpPr>
          <p:cNvPr id="6" name="Espaço Reservado para Rodapé 5">
            <a:extLst>
              <a:ext uri="{FF2B5EF4-FFF2-40B4-BE49-F238E27FC236}">
                <a16:creationId xmlns:a16="http://schemas.microsoft.com/office/drawing/2014/main" id="{A3C1376F-CBCD-234F-6AE2-E91A91B3617E}"/>
              </a:ext>
            </a:extLst>
          </p:cNvPr>
          <p:cNvSpPr>
            <a:spLocks noGrp="1"/>
          </p:cNvSpPr>
          <p:nvPr>
            <p:ph type="ftr" sz="quarter" idx="15"/>
          </p:nvPr>
        </p:nvSpPr>
        <p:spPr/>
        <p:txBody>
          <a:bodyPr rtlCol="0"/>
          <a:lstStyle/>
          <a:p>
            <a:pPr rtl="0"/>
            <a:r>
              <a:rPr lang="pt-br"/>
              <a:t>Exemplo de Texto de Rodapé</a:t>
            </a:r>
            <a:endParaRPr lang="en-US" dirty="0"/>
          </a:p>
        </p:txBody>
      </p:sp>
      <p:sp>
        <p:nvSpPr>
          <p:cNvPr id="12" name="Espaço Reservado para o Número do Slide 11">
            <a:extLst>
              <a:ext uri="{FF2B5EF4-FFF2-40B4-BE49-F238E27FC236}">
                <a16:creationId xmlns:a16="http://schemas.microsoft.com/office/drawing/2014/main" id="{38274BBA-97D2-571C-2F9E-05ACFE0301F4}"/>
              </a:ext>
            </a:extLst>
          </p:cNvPr>
          <p:cNvSpPr>
            <a:spLocks noGrp="1"/>
          </p:cNvSpPr>
          <p:nvPr>
            <p:ph type="sldNum" sz="quarter" idx="16"/>
          </p:nvPr>
        </p:nvSpPr>
        <p:spPr/>
        <p:txBody>
          <a:bodyPr rtlCol="0"/>
          <a:lstStyle/>
          <a:p>
            <a:pPr rtl="0"/>
            <a:fld id="{CC057153-B650-4DEB-B370-79DDCFDCE934}" type="slidenum">
              <a:rPr lang="en-US" smtClean="0"/>
              <a:pPr rtl="0"/>
              <a:t>‹nº›</a:t>
            </a:fld>
            <a:endParaRPr lang="en-US" dirty="0"/>
          </a:p>
        </p:txBody>
      </p:sp>
    </p:spTree>
    <p:extLst>
      <p:ext uri="{BB962C8B-B14F-4D97-AF65-F5344CB8AC3E}">
        <p14:creationId xmlns:p14="http://schemas.microsoft.com/office/powerpoint/2010/main" val="65731349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údo">
    <p:bg>
      <p:bgPr>
        <a:solidFill>
          <a:schemeClr val="accent1"/>
        </a:solidFill>
        <a:effectLst/>
      </p:bgPr>
    </p:bg>
    <p:spTree>
      <p:nvGrpSpPr>
        <p:cNvPr id="1" name=""/>
        <p:cNvGrpSpPr/>
        <p:nvPr/>
      </p:nvGrpSpPr>
      <p:grpSpPr>
        <a:xfrm>
          <a:off x="0" y="0"/>
          <a:ext cx="0" cy="0"/>
          <a:chOff x="0" y="0"/>
          <a:chExt cx="0" cy="0"/>
        </a:xfrm>
      </p:grpSpPr>
      <p:sp>
        <p:nvSpPr>
          <p:cNvPr id="12" name="Título 1">
            <a:extLst>
              <a:ext uri="{FF2B5EF4-FFF2-40B4-BE49-F238E27FC236}">
                <a16:creationId xmlns:a16="http://schemas.microsoft.com/office/drawing/2014/main" id="{911C59EC-2984-2AFC-A887-928F090FF1DD}"/>
              </a:ext>
            </a:extLst>
          </p:cNvPr>
          <p:cNvSpPr>
            <a:spLocks noGrp="1"/>
          </p:cNvSpPr>
          <p:nvPr>
            <p:ph type="title"/>
          </p:nvPr>
        </p:nvSpPr>
        <p:spPr>
          <a:xfrm>
            <a:off x="612648" y="612648"/>
            <a:ext cx="10963656" cy="548640"/>
          </a:xfrm>
        </p:spPr>
        <p:txBody>
          <a:bodyPr rtlCol="0"/>
          <a:lstStyle>
            <a:lvl1pPr>
              <a:defRPr sz="3600"/>
            </a:lvl1pPr>
          </a:lstStyle>
          <a:p>
            <a:pPr rtl="0"/>
            <a:r>
              <a:rPr lang="pt-br"/>
              <a:t>Clique para editar o estilo de título Mestre</a:t>
            </a:r>
          </a:p>
        </p:txBody>
      </p:sp>
      <p:sp>
        <p:nvSpPr>
          <p:cNvPr id="3" name="Espaço Reservado para Conteúdo 2">
            <a:extLst>
              <a:ext uri="{FF2B5EF4-FFF2-40B4-BE49-F238E27FC236}">
                <a16:creationId xmlns:a16="http://schemas.microsoft.com/office/drawing/2014/main" id="{6C2DD052-3E45-E789-01F8-33250024ECBD}"/>
              </a:ext>
            </a:extLst>
          </p:cNvPr>
          <p:cNvSpPr>
            <a:spLocks noGrp="1"/>
          </p:cNvSpPr>
          <p:nvPr>
            <p:ph idx="1"/>
          </p:nvPr>
        </p:nvSpPr>
        <p:spPr>
          <a:xfrm>
            <a:off x="612648" y="1216152"/>
            <a:ext cx="10963656" cy="4946904"/>
          </a:xfrm>
        </p:spPr>
        <p:txBody>
          <a:bodyPr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
        <p:nvSpPr>
          <p:cNvPr id="4" name="Espaço Reservado para Data 3">
            <a:extLst>
              <a:ext uri="{FF2B5EF4-FFF2-40B4-BE49-F238E27FC236}">
                <a16:creationId xmlns:a16="http://schemas.microsoft.com/office/drawing/2014/main" id="{0B9485D1-E172-8F0A-A425-3097B3ABCFB4}"/>
              </a:ext>
            </a:extLst>
          </p:cNvPr>
          <p:cNvSpPr>
            <a:spLocks noGrp="1"/>
          </p:cNvSpPr>
          <p:nvPr>
            <p:ph type="dt" sz="half" idx="10"/>
          </p:nvPr>
        </p:nvSpPr>
        <p:spPr/>
        <p:txBody>
          <a:bodyPr rtlCol="0"/>
          <a:lstStyle/>
          <a:p>
            <a:pPr rtl="0"/>
            <a:r>
              <a:rPr lang="en-US"/>
              <a:t>10/8/2025</a:t>
            </a:r>
            <a:endParaRPr lang="en-US" dirty="0"/>
          </a:p>
        </p:txBody>
      </p:sp>
      <p:sp>
        <p:nvSpPr>
          <p:cNvPr id="5" name="Espaço Reservado para Rodapé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lstStyle/>
          <a:p>
            <a:pPr rtl="0"/>
            <a:r>
              <a:rPr lang="pt-br"/>
              <a:t>Exemplo de Texto de Rodapé</a:t>
            </a:r>
          </a:p>
        </p:txBody>
      </p:sp>
      <p:sp>
        <p:nvSpPr>
          <p:cNvPr id="6" name="Espaço Reservado para o Número do Slide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p>
            <a:pPr rtl="0"/>
            <a:fld id="{CC057153-B650-4DEB-B370-79DDCFDCE934}" type="slidenum">
              <a:rPr lang="en-US" smtClean="0"/>
              <a:t>‹nº›</a:t>
            </a:fld>
            <a:endParaRPr lang="en-US" dirty="0"/>
          </a:p>
        </p:txBody>
      </p:sp>
      <p:sp>
        <p:nvSpPr>
          <p:cNvPr id="7" name="Retângulo 6">
            <a:extLst>
              <a:ext uri="{FF2B5EF4-FFF2-40B4-BE49-F238E27FC236}">
                <a16:creationId xmlns:a16="http://schemas.microsoft.com/office/drawing/2014/main" id="{AC26287E-A219-F520-0726-BDFF3D7A4E02}"/>
              </a:ext>
            </a:extLst>
          </p:cNvPr>
          <p:cNvSpPr/>
          <p:nvPr userDrawn="1"/>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Tree>
    <p:extLst>
      <p:ext uri="{BB962C8B-B14F-4D97-AF65-F5344CB8AC3E}">
        <p14:creationId xmlns:p14="http://schemas.microsoft.com/office/powerpoint/2010/main" val="1576889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ítulo com Imagem 2">
    <p:bg>
      <p:bgPr>
        <a:solidFill>
          <a:schemeClr val="accent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336E9A-8E96-CD8C-7598-F87632CD81CF}"/>
              </a:ext>
            </a:extLst>
          </p:cNvPr>
          <p:cNvSpPr>
            <a:spLocks noGrp="1"/>
          </p:cNvSpPr>
          <p:nvPr>
            <p:ph type="ctrTitle"/>
          </p:nvPr>
        </p:nvSpPr>
        <p:spPr>
          <a:xfrm>
            <a:off x="7204234" y="829577"/>
            <a:ext cx="4192166" cy="3775213"/>
          </a:xfrm>
        </p:spPr>
        <p:txBody>
          <a:bodyPr vert="horz" lIns="91440" tIns="45720" rIns="91440" bIns="45720" rtlCol="0" anchor="b">
            <a:normAutofit/>
          </a:bodyPr>
          <a:lstStyle>
            <a:lvl1pPr>
              <a:defRPr lang="en-US" sz="5200" dirty="0"/>
            </a:lvl1pPr>
          </a:lstStyle>
          <a:p>
            <a:pPr lvl="0" rtl="0"/>
            <a:r>
              <a:rPr lang="pt-br"/>
              <a:t>Clique para editar o estilo de título Mestre</a:t>
            </a:r>
          </a:p>
        </p:txBody>
      </p:sp>
      <p:sp>
        <p:nvSpPr>
          <p:cNvPr id="11" name="Subtítulo 2">
            <a:extLst>
              <a:ext uri="{FF2B5EF4-FFF2-40B4-BE49-F238E27FC236}">
                <a16:creationId xmlns:a16="http://schemas.microsoft.com/office/drawing/2014/main" id="{2E6A680F-1F8E-363D-A844-3A4126F02BCF}"/>
              </a:ext>
            </a:extLst>
          </p:cNvPr>
          <p:cNvSpPr>
            <a:spLocks noGrp="1"/>
          </p:cNvSpPr>
          <p:nvPr>
            <p:ph type="subTitle" idx="1"/>
          </p:nvPr>
        </p:nvSpPr>
        <p:spPr>
          <a:xfrm>
            <a:off x="7199303" y="4726885"/>
            <a:ext cx="4197096" cy="1316736"/>
          </a:xfrm>
        </p:spPr>
        <p:txBody>
          <a:bodyPr vert="horz" lIns="91440" tIns="45720" rIns="91440" bIns="45720" rtlCol="0">
            <a:normAutofit/>
          </a:bodyPr>
          <a:lstStyle>
            <a:lvl1pPr marL="0" indent="0">
              <a:buNone/>
              <a:defRPr lang="en-US" sz="2000" dirty="0"/>
            </a:lvl1pPr>
          </a:lstStyle>
          <a:p>
            <a:pPr lvl="0" rtl="0"/>
            <a:r>
              <a:rPr lang="pt-br"/>
              <a:t>Clique para editar o estilo de subtítulo Mestre</a:t>
            </a:r>
          </a:p>
        </p:txBody>
      </p:sp>
      <p:sp>
        <p:nvSpPr>
          <p:cNvPr id="10" name="Espaço Reservado para Imagem 10">
            <a:extLst>
              <a:ext uri="{FF2B5EF4-FFF2-40B4-BE49-F238E27FC236}">
                <a16:creationId xmlns:a16="http://schemas.microsoft.com/office/drawing/2014/main" id="{791DC7E0-CBE1-A440-0537-4B3B94635221}"/>
              </a:ext>
            </a:extLst>
          </p:cNvPr>
          <p:cNvSpPr>
            <a:spLocks noGrp="1"/>
          </p:cNvSpPr>
          <p:nvPr>
            <p:ph type="pic" sz="quarter" idx="18" hasCustomPrompt="1"/>
          </p:nvPr>
        </p:nvSpPr>
        <p:spPr>
          <a:xfrm>
            <a:off x="349375" y="361188"/>
            <a:ext cx="6281928" cy="6135624"/>
          </a:xfrm>
          <a:blipFill>
            <a:blip r:embed="rId2">
              <a:alphaModFix amt="50000"/>
              <a:extLst>
                <a:ext uri="{28A0092B-C50C-407E-A947-70E740481C1C}">
                  <a14:useLocalDpi xmlns:a14="http://schemas.microsoft.com/office/drawing/2010/main" val="0"/>
                </a:ext>
              </a:extLst>
            </a:blip>
            <a:stretch>
              <a:fillRect/>
            </a:stretch>
          </a:blipFill>
          <a:ln w="19050">
            <a:noFill/>
            <a:miter lim="800000"/>
          </a:ln>
        </p:spPr>
        <p:txBody>
          <a:bodyPr rtlCol="0"/>
          <a:lstStyle>
            <a:lvl1pPr marL="0" indent="0">
              <a:buNone/>
              <a:defRPr/>
            </a:lvl1pPr>
          </a:lstStyle>
          <a:p>
            <a:pPr rtl="0"/>
            <a:r>
              <a:rPr lang="pt-br"/>
              <a:t> </a:t>
            </a:r>
          </a:p>
        </p:txBody>
      </p:sp>
      <p:sp>
        <p:nvSpPr>
          <p:cNvPr id="7" name="Retângulo 6">
            <a:extLst>
              <a:ext uri="{FF2B5EF4-FFF2-40B4-BE49-F238E27FC236}">
                <a16:creationId xmlns:a16="http://schemas.microsoft.com/office/drawing/2014/main" id="{EE0CD339-777A-9749-4666-3527C14B9743}"/>
              </a:ext>
            </a:extLst>
          </p:cNvPr>
          <p:cNvSpPr/>
          <p:nvPr userDrawn="1"/>
        </p:nvSpPr>
        <p:spPr>
          <a:xfrm>
            <a:off x="6751530" y="351065"/>
            <a:ext cx="5097718"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4" name="Retângulo 3">
            <a:extLst>
              <a:ext uri="{FF2B5EF4-FFF2-40B4-BE49-F238E27FC236}">
                <a16:creationId xmlns:a16="http://schemas.microsoft.com/office/drawing/2014/main" id="{426EF7C5-69F2-91FF-0C1E-398B01AB0F98}"/>
              </a:ext>
            </a:extLst>
          </p:cNvPr>
          <p:cNvSpPr/>
          <p:nvPr userDrawn="1"/>
        </p:nvSpPr>
        <p:spPr>
          <a:xfrm>
            <a:off x="334788" y="353022"/>
            <a:ext cx="6300216" cy="6153912"/>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5" name="Espaço Reservado para Data 4">
            <a:extLst>
              <a:ext uri="{FF2B5EF4-FFF2-40B4-BE49-F238E27FC236}">
                <a16:creationId xmlns:a16="http://schemas.microsoft.com/office/drawing/2014/main" id="{7BCC1026-8D94-2081-4610-6490A031C2BE}"/>
              </a:ext>
            </a:extLst>
          </p:cNvPr>
          <p:cNvSpPr>
            <a:spLocks noGrp="1"/>
          </p:cNvSpPr>
          <p:nvPr>
            <p:ph type="dt" sz="half" idx="19"/>
          </p:nvPr>
        </p:nvSpPr>
        <p:spPr/>
        <p:txBody>
          <a:bodyPr rtlCol="0"/>
          <a:lstStyle/>
          <a:p>
            <a:pPr rtl="0"/>
            <a:r>
              <a:rPr lang="en-US"/>
              <a:t>10/8/2025</a:t>
            </a:r>
            <a:endParaRPr lang="en-US" dirty="0"/>
          </a:p>
        </p:txBody>
      </p:sp>
      <p:sp>
        <p:nvSpPr>
          <p:cNvPr id="6" name="Espaço Reservado para Rodapé 5">
            <a:extLst>
              <a:ext uri="{FF2B5EF4-FFF2-40B4-BE49-F238E27FC236}">
                <a16:creationId xmlns:a16="http://schemas.microsoft.com/office/drawing/2014/main" id="{945E5425-2E7D-668E-4A6F-75CB0F0C63B2}"/>
              </a:ext>
            </a:extLst>
          </p:cNvPr>
          <p:cNvSpPr>
            <a:spLocks noGrp="1"/>
          </p:cNvSpPr>
          <p:nvPr>
            <p:ph type="ftr" sz="quarter" idx="20"/>
          </p:nvPr>
        </p:nvSpPr>
        <p:spPr/>
        <p:txBody>
          <a:bodyPr rtlCol="0"/>
          <a:lstStyle/>
          <a:p>
            <a:pPr rtl="0"/>
            <a:r>
              <a:rPr lang="pt-br"/>
              <a:t>Exemplo de Texto de Rodapé</a:t>
            </a:r>
            <a:endParaRPr lang="en-US" dirty="0"/>
          </a:p>
        </p:txBody>
      </p:sp>
      <p:sp>
        <p:nvSpPr>
          <p:cNvPr id="8" name="Espaço Reservado para o Número do Slide 7">
            <a:extLst>
              <a:ext uri="{FF2B5EF4-FFF2-40B4-BE49-F238E27FC236}">
                <a16:creationId xmlns:a16="http://schemas.microsoft.com/office/drawing/2014/main" id="{A47A5843-EB2F-247C-B659-DCAD8425691C}"/>
              </a:ext>
            </a:extLst>
          </p:cNvPr>
          <p:cNvSpPr>
            <a:spLocks noGrp="1"/>
          </p:cNvSpPr>
          <p:nvPr>
            <p:ph type="sldNum" sz="quarter" idx="21"/>
          </p:nvPr>
        </p:nvSpPr>
        <p:spPr/>
        <p:txBody>
          <a:bodyPr rtlCol="0"/>
          <a:lstStyle/>
          <a:p>
            <a:pPr rtl="0"/>
            <a:fld id="{CC057153-B650-4DEB-B370-79DDCFDCE934}" type="slidenum">
              <a:rPr lang="en-US" smtClean="0"/>
              <a:pPr rtl="0"/>
              <a:t>‹nº›</a:t>
            </a:fld>
            <a:endParaRPr lang="en-US" dirty="0"/>
          </a:p>
        </p:txBody>
      </p:sp>
    </p:spTree>
    <p:extLst>
      <p:ext uri="{BB962C8B-B14F-4D97-AF65-F5344CB8AC3E}">
        <p14:creationId xmlns:p14="http://schemas.microsoft.com/office/powerpoint/2010/main" val="54677713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ítulo com Imagem 3">
    <p:bg>
      <p:bgPr>
        <a:solidFill>
          <a:schemeClr val="accent2"/>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336E9A-8E96-CD8C-7598-F87632CD81CF}"/>
              </a:ext>
            </a:extLst>
          </p:cNvPr>
          <p:cNvSpPr>
            <a:spLocks noGrp="1"/>
          </p:cNvSpPr>
          <p:nvPr>
            <p:ph type="ctrTitle"/>
          </p:nvPr>
        </p:nvSpPr>
        <p:spPr>
          <a:xfrm>
            <a:off x="819301" y="840278"/>
            <a:ext cx="4337407" cy="3739896"/>
          </a:xfrm>
        </p:spPr>
        <p:txBody>
          <a:bodyPr vert="horz" lIns="91440" tIns="45720" rIns="91440" bIns="45720" rtlCol="0" anchor="t">
            <a:normAutofit/>
          </a:bodyPr>
          <a:lstStyle>
            <a:lvl1pPr>
              <a:defRPr lang="en-US" sz="5200" dirty="0"/>
            </a:lvl1pPr>
          </a:lstStyle>
          <a:p>
            <a:pPr lvl="0" rtl="0"/>
            <a:r>
              <a:rPr lang="pt-br"/>
              <a:t>Clique para editar o estilo de título Mestre</a:t>
            </a:r>
          </a:p>
        </p:txBody>
      </p:sp>
      <p:sp>
        <p:nvSpPr>
          <p:cNvPr id="11" name="Subtítulo 2">
            <a:extLst>
              <a:ext uri="{FF2B5EF4-FFF2-40B4-BE49-F238E27FC236}">
                <a16:creationId xmlns:a16="http://schemas.microsoft.com/office/drawing/2014/main" id="{D46B27E7-8459-6E53-8FBA-85BE66AB87BA}"/>
              </a:ext>
            </a:extLst>
          </p:cNvPr>
          <p:cNvSpPr>
            <a:spLocks noGrp="1"/>
          </p:cNvSpPr>
          <p:nvPr>
            <p:ph type="subTitle" idx="1"/>
          </p:nvPr>
        </p:nvSpPr>
        <p:spPr>
          <a:xfrm>
            <a:off x="822452" y="4668118"/>
            <a:ext cx="4334256" cy="1380744"/>
          </a:xfrm>
        </p:spPr>
        <p:txBody>
          <a:bodyPr vert="horz" lIns="91440" tIns="45720" rIns="91440" bIns="45720" rtlCol="0" anchor="b">
            <a:normAutofit/>
          </a:bodyPr>
          <a:lstStyle>
            <a:lvl1pPr marL="0" indent="0">
              <a:buNone/>
              <a:defRPr lang="en-US" sz="2000" dirty="0"/>
            </a:lvl1pPr>
          </a:lstStyle>
          <a:p>
            <a:pPr lvl="0" rtl="0"/>
            <a:r>
              <a:rPr lang="pt-br"/>
              <a:t>Clique para editar o estilo de subtítulo Mestre</a:t>
            </a:r>
          </a:p>
        </p:txBody>
      </p:sp>
      <p:sp>
        <p:nvSpPr>
          <p:cNvPr id="5" name="Espaço Reservado para Imagem 10">
            <a:extLst>
              <a:ext uri="{FF2B5EF4-FFF2-40B4-BE49-F238E27FC236}">
                <a16:creationId xmlns:a16="http://schemas.microsoft.com/office/drawing/2014/main" id="{710F4B22-F5AC-7D33-7A84-7B2436EFDEFA}"/>
              </a:ext>
            </a:extLst>
          </p:cNvPr>
          <p:cNvSpPr>
            <a:spLocks noGrp="1"/>
          </p:cNvSpPr>
          <p:nvPr>
            <p:ph type="pic" sz="quarter" idx="18" hasCustomPrompt="1"/>
          </p:nvPr>
        </p:nvSpPr>
        <p:spPr>
          <a:xfrm>
            <a:off x="5752063" y="361188"/>
            <a:ext cx="6089904" cy="6135624"/>
          </a:xfrm>
          <a:blipFill dpi="0" rotWithShape="1">
            <a:blip r:embed="rId2">
              <a:alphaModFix amt="50000"/>
              <a:extLst>
                <a:ext uri="{28A0092B-C50C-407E-A947-70E740481C1C}">
                  <a14:useLocalDpi xmlns:a14="http://schemas.microsoft.com/office/drawing/2010/main" val="0"/>
                </a:ext>
              </a:extLst>
            </a:blip>
            <a:srcRect/>
            <a:stretch>
              <a:fillRect/>
            </a:stretch>
          </a:blipFill>
          <a:ln w="19050">
            <a:noFill/>
            <a:miter lim="800000"/>
          </a:ln>
        </p:spPr>
        <p:txBody>
          <a:bodyPr rtlCol="0"/>
          <a:lstStyle>
            <a:lvl1pPr marL="0" indent="0">
              <a:buNone/>
              <a:defRPr/>
            </a:lvl1pPr>
          </a:lstStyle>
          <a:p>
            <a:pPr rtl="0"/>
            <a:r>
              <a:rPr lang="pt-br"/>
              <a:t> </a:t>
            </a:r>
          </a:p>
        </p:txBody>
      </p:sp>
      <p:sp>
        <p:nvSpPr>
          <p:cNvPr id="8" name="Retângulo 7">
            <a:extLst>
              <a:ext uri="{FF2B5EF4-FFF2-40B4-BE49-F238E27FC236}">
                <a16:creationId xmlns:a16="http://schemas.microsoft.com/office/drawing/2014/main" id="{A643E122-5107-B335-7270-B6C7A8395D86}"/>
              </a:ext>
            </a:extLst>
          </p:cNvPr>
          <p:cNvSpPr/>
          <p:nvPr userDrawn="1"/>
        </p:nvSpPr>
        <p:spPr>
          <a:xfrm>
            <a:off x="5744782" y="351064"/>
            <a:ext cx="6104466" cy="615587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6" name="Retângulo 5">
            <a:extLst>
              <a:ext uri="{FF2B5EF4-FFF2-40B4-BE49-F238E27FC236}">
                <a16:creationId xmlns:a16="http://schemas.microsoft.com/office/drawing/2014/main" id="{45D7A0B5-D7C9-90BE-F505-E01F4D062E28}"/>
              </a:ext>
            </a:extLst>
          </p:cNvPr>
          <p:cNvSpPr/>
          <p:nvPr userDrawn="1"/>
        </p:nvSpPr>
        <p:spPr>
          <a:xfrm>
            <a:off x="337457" y="351065"/>
            <a:ext cx="5282687"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4" name="Espaço Reservado para Data 3">
            <a:extLst>
              <a:ext uri="{FF2B5EF4-FFF2-40B4-BE49-F238E27FC236}">
                <a16:creationId xmlns:a16="http://schemas.microsoft.com/office/drawing/2014/main" id="{9E7CE726-49FC-55E2-26A1-1FE3520D3F1B}"/>
              </a:ext>
            </a:extLst>
          </p:cNvPr>
          <p:cNvSpPr>
            <a:spLocks noGrp="1"/>
          </p:cNvSpPr>
          <p:nvPr>
            <p:ph type="dt" sz="half" idx="19"/>
          </p:nvPr>
        </p:nvSpPr>
        <p:spPr/>
        <p:txBody>
          <a:bodyPr rtlCol="0"/>
          <a:lstStyle/>
          <a:p>
            <a:pPr rtl="0"/>
            <a:r>
              <a:rPr lang="en-US"/>
              <a:t>10/8/2025</a:t>
            </a:r>
            <a:endParaRPr lang="en-US" dirty="0"/>
          </a:p>
        </p:txBody>
      </p:sp>
      <p:sp>
        <p:nvSpPr>
          <p:cNvPr id="7" name="Espaço Reservado para Rodapé 6">
            <a:extLst>
              <a:ext uri="{FF2B5EF4-FFF2-40B4-BE49-F238E27FC236}">
                <a16:creationId xmlns:a16="http://schemas.microsoft.com/office/drawing/2014/main" id="{23D8F946-DB8C-1435-46BE-F233D3CF260C}"/>
              </a:ext>
            </a:extLst>
          </p:cNvPr>
          <p:cNvSpPr>
            <a:spLocks noGrp="1"/>
          </p:cNvSpPr>
          <p:nvPr>
            <p:ph type="ftr" sz="quarter" idx="20"/>
          </p:nvPr>
        </p:nvSpPr>
        <p:spPr/>
        <p:txBody>
          <a:bodyPr rtlCol="0"/>
          <a:lstStyle/>
          <a:p>
            <a:pPr rtl="0"/>
            <a:r>
              <a:rPr lang="pt-br"/>
              <a:t>Texto de Exemplo do Rodapé</a:t>
            </a:r>
            <a:endParaRPr lang="en-US" dirty="0"/>
          </a:p>
        </p:txBody>
      </p:sp>
      <p:sp>
        <p:nvSpPr>
          <p:cNvPr id="9" name="Espaço Reservado para o Número do Slide 8">
            <a:extLst>
              <a:ext uri="{FF2B5EF4-FFF2-40B4-BE49-F238E27FC236}">
                <a16:creationId xmlns:a16="http://schemas.microsoft.com/office/drawing/2014/main" id="{A69D42A5-49C9-5DBA-3729-79C2527CA4FD}"/>
              </a:ext>
            </a:extLst>
          </p:cNvPr>
          <p:cNvSpPr>
            <a:spLocks noGrp="1"/>
          </p:cNvSpPr>
          <p:nvPr>
            <p:ph type="sldNum" sz="quarter" idx="21"/>
          </p:nvPr>
        </p:nvSpPr>
        <p:spPr/>
        <p:txBody>
          <a:bodyPr rtlCol="0"/>
          <a:lstStyle/>
          <a:p>
            <a:pPr rtl="0"/>
            <a:fld id="{CC057153-B650-4DEB-B370-79DDCFDCE934}" type="slidenum">
              <a:rPr lang="en-US" smtClean="0"/>
              <a:pPr rtl="0"/>
              <a:t>‹nº›</a:t>
            </a:fld>
            <a:endParaRPr lang="en-US" dirty="0"/>
          </a:p>
        </p:txBody>
      </p:sp>
    </p:spTree>
    <p:extLst>
      <p:ext uri="{BB962C8B-B14F-4D97-AF65-F5344CB8AC3E}">
        <p14:creationId xmlns:p14="http://schemas.microsoft.com/office/powerpoint/2010/main" val="290817289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ítulo com Imagem 4">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584DA87C-26CA-F62F-296C-4D55C078EB06}"/>
              </a:ext>
            </a:extLst>
          </p:cNvPr>
          <p:cNvSpPr>
            <a:spLocks noGrp="1"/>
          </p:cNvSpPr>
          <p:nvPr>
            <p:ph type="title"/>
          </p:nvPr>
        </p:nvSpPr>
        <p:spPr>
          <a:xfrm>
            <a:off x="680960" y="4952600"/>
            <a:ext cx="10835640" cy="786385"/>
          </a:xfrm>
        </p:spPr>
        <p:txBody>
          <a:bodyPr rtlCol="0" anchor="b"/>
          <a:lstStyle/>
          <a:p>
            <a:pPr rtl="0"/>
            <a:r>
              <a:rPr lang="pt-br"/>
              <a:t>Clique para editar o estilo de título Mestre</a:t>
            </a:r>
          </a:p>
        </p:txBody>
      </p:sp>
      <p:sp>
        <p:nvSpPr>
          <p:cNvPr id="12" name="Subtítulo 2">
            <a:extLst>
              <a:ext uri="{FF2B5EF4-FFF2-40B4-BE49-F238E27FC236}">
                <a16:creationId xmlns:a16="http://schemas.microsoft.com/office/drawing/2014/main" id="{384394C4-6C3C-55A5-F559-609ED8D6D38D}"/>
              </a:ext>
            </a:extLst>
          </p:cNvPr>
          <p:cNvSpPr>
            <a:spLocks noGrp="1"/>
          </p:cNvSpPr>
          <p:nvPr>
            <p:ph type="subTitle" idx="1"/>
          </p:nvPr>
        </p:nvSpPr>
        <p:spPr>
          <a:xfrm>
            <a:off x="675400" y="5738982"/>
            <a:ext cx="10835640" cy="484633"/>
          </a:xfrm>
        </p:spPr>
        <p:txBody>
          <a:bodyPr vert="horz" lIns="91440" tIns="45720" rIns="91440" bIns="45720" rtlCol="0">
            <a:normAutofit/>
          </a:bodyPr>
          <a:lstStyle>
            <a:lvl1pPr marL="0" indent="0">
              <a:buNone/>
              <a:defRPr lang="en-US" sz="1800" dirty="0"/>
            </a:lvl1pPr>
          </a:lstStyle>
          <a:p>
            <a:pPr lvl="0" rtl="0"/>
            <a:r>
              <a:rPr lang="pt-br"/>
              <a:t>Clique para editar o estilo de subtítulo Mestre</a:t>
            </a:r>
          </a:p>
        </p:txBody>
      </p:sp>
      <p:sp>
        <p:nvSpPr>
          <p:cNvPr id="15" name="Espaço Reservado para Imagem 10">
            <a:extLst>
              <a:ext uri="{FF2B5EF4-FFF2-40B4-BE49-F238E27FC236}">
                <a16:creationId xmlns:a16="http://schemas.microsoft.com/office/drawing/2014/main" id="{845630E0-3E81-3871-9E2F-2BE123E89866}"/>
              </a:ext>
            </a:extLst>
          </p:cNvPr>
          <p:cNvSpPr>
            <a:spLocks noGrp="1"/>
          </p:cNvSpPr>
          <p:nvPr>
            <p:ph type="pic" sz="quarter" idx="17" hasCustomPrompt="1"/>
          </p:nvPr>
        </p:nvSpPr>
        <p:spPr>
          <a:xfrm>
            <a:off x="348996" y="359053"/>
            <a:ext cx="11494008" cy="4206240"/>
          </a:xfrm>
          <a:blipFill dpi="0" rotWithShape="1">
            <a:blip r:embed="rId2">
              <a:alphaModFix amt="50000"/>
              <a:extLst>
                <a:ext uri="{28A0092B-C50C-407E-A947-70E740481C1C}">
                  <a14:useLocalDpi xmlns:a14="http://schemas.microsoft.com/office/drawing/2010/main" val="0"/>
                </a:ext>
              </a:extLst>
            </a:blip>
            <a:srcRect/>
            <a:stretch>
              <a:fillRect/>
            </a:stretch>
          </a:blipFill>
          <a:ln w="19050">
            <a:noFill/>
            <a:miter lim="800000"/>
          </a:ln>
        </p:spPr>
        <p:txBody>
          <a:bodyPr rtlCol="0"/>
          <a:lstStyle>
            <a:lvl1pPr marL="0" indent="0">
              <a:buNone/>
              <a:defRPr/>
            </a:lvl1pPr>
          </a:lstStyle>
          <a:p>
            <a:pPr rtl="0"/>
            <a:r>
              <a:rPr lang="pt-br"/>
              <a:t> </a:t>
            </a:r>
          </a:p>
        </p:txBody>
      </p:sp>
      <p:sp>
        <p:nvSpPr>
          <p:cNvPr id="5" name="Retângulo 4">
            <a:extLst>
              <a:ext uri="{FF2B5EF4-FFF2-40B4-BE49-F238E27FC236}">
                <a16:creationId xmlns:a16="http://schemas.microsoft.com/office/drawing/2014/main" id="{438E56F3-BB18-A73F-CD14-AABE06437C3B}"/>
              </a:ext>
            </a:extLst>
          </p:cNvPr>
          <p:cNvSpPr/>
          <p:nvPr userDrawn="1"/>
        </p:nvSpPr>
        <p:spPr>
          <a:xfrm>
            <a:off x="337457" y="4718958"/>
            <a:ext cx="11517086" cy="1787978"/>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6" name="Retângulo 5">
            <a:extLst>
              <a:ext uri="{FF2B5EF4-FFF2-40B4-BE49-F238E27FC236}">
                <a16:creationId xmlns:a16="http://schemas.microsoft.com/office/drawing/2014/main" id="{845D6E84-74A7-91C9-E1B6-41ED8C509278}"/>
              </a:ext>
            </a:extLst>
          </p:cNvPr>
          <p:cNvSpPr/>
          <p:nvPr userDrawn="1"/>
        </p:nvSpPr>
        <p:spPr>
          <a:xfrm>
            <a:off x="337457" y="345676"/>
            <a:ext cx="11517086" cy="4224528"/>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9" name="Espaço Reservado para Data 8">
            <a:extLst>
              <a:ext uri="{FF2B5EF4-FFF2-40B4-BE49-F238E27FC236}">
                <a16:creationId xmlns:a16="http://schemas.microsoft.com/office/drawing/2014/main" id="{CF5C3FE8-0DDB-A431-4FEB-7A68056C262F}"/>
              </a:ext>
            </a:extLst>
          </p:cNvPr>
          <p:cNvSpPr>
            <a:spLocks noGrp="1"/>
          </p:cNvSpPr>
          <p:nvPr>
            <p:ph type="dt" sz="half" idx="18"/>
          </p:nvPr>
        </p:nvSpPr>
        <p:spPr/>
        <p:txBody>
          <a:bodyPr rtlCol="0"/>
          <a:lstStyle/>
          <a:p>
            <a:pPr rtl="0"/>
            <a:r>
              <a:rPr lang="en-US"/>
              <a:t>10/8/2025</a:t>
            </a:r>
            <a:endParaRPr lang="en-US" dirty="0"/>
          </a:p>
        </p:txBody>
      </p:sp>
      <p:sp>
        <p:nvSpPr>
          <p:cNvPr id="10" name="Espaço Reservado para Rodapé 9">
            <a:extLst>
              <a:ext uri="{FF2B5EF4-FFF2-40B4-BE49-F238E27FC236}">
                <a16:creationId xmlns:a16="http://schemas.microsoft.com/office/drawing/2014/main" id="{274D131E-594B-1FB1-8E49-0B78695F0A87}"/>
              </a:ext>
            </a:extLst>
          </p:cNvPr>
          <p:cNvSpPr>
            <a:spLocks noGrp="1"/>
          </p:cNvSpPr>
          <p:nvPr>
            <p:ph type="ftr" sz="quarter" idx="19"/>
          </p:nvPr>
        </p:nvSpPr>
        <p:spPr/>
        <p:txBody>
          <a:bodyPr rtlCol="0"/>
          <a:lstStyle/>
          <a:p>
            <a:pPr rtl="0"/>
            <a:r>
              <a:rPr lang="pt-br"/>
              <a:t>Amostra de Texto de Rodapé</a:t>
            </a:r>
            <a:endParaRPr lang="en-US" dirty="0"/>
          </a:p>
        </p:txBody>
      </p:sp>
      <p:sp>
        <p:nvSpPr>
          <p:cNvPr id="11" name="Espaço Reservado para o Número do Slide 10">
            <a:extLst>
              <a:ext uri="{FF2B5EF4-FFF2-40B4-BE49-F238E27FC236}">
                <a16:creationId xmlns:a16="http://schemas.microsoft.com/office/drawing/2014/main" id="{D24C9504-D631-2C97-8DB1-12F8201AAF49}"/>
              </a:ext>
            </a:extLst>
          </p:cNvPr>
          <p:cNvSpPr>
            <a:spLocks noGrp="1"/>
          </p:cNvSpPr>
          <p:nvPr>
            <p:ph type="sldNum" sz="quarter" idx="20"/>
          </p:nvPr>
        </p:nvSpPr>
        <p:spPr/>
        <p:txBody>
          <a:bodyPr rtlCol="0"/>
          <a:lstStyle/>
          <a:p>
            <a:pPr rtl="0"/>
            <a:fld id="{CC057153-B650-4DEB-B370-79DDCFDCE934}" type="slidenum">
              <a:rPr lang="en-US" smtClean="0"/>
              <a:pPr rtl="0"/>
              <a:t>‹nº›</a:t>
            </a:fld>
            <a:endParaRPr lang="en-US" dirty="0"/>
          </a:p>
        </p:txBody>
      </p:sp>
    </p:spTree>
    <p:extLst>
      <p:ext uri="{BB962C8B-B14F-4D97-AF65-F5344CB8AC3E}">
        <p14:creationId xmlns:p14="http://schemas.microsoft.com/office/powerpoint/2010/main" val="117802101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ítulo">
    <p:spTree>
      <p:nvGrpSpPr>
        <p:cNvPr id="1" name=""/>
        <p:cNvGrpSpPr/>
        <p:nvPr/>
      </p:nvGrpSpPr>
      <p:grpSpPr>
        <a:xfrm>
          <a:off x="0" y="0"/>
          <a:ext cx="0" cy="0"/>
          <a:chOff x="0" y="0"/>
          <a:chExt cx="0" cy="0"/>
        </a:xfrm>
      </p:grpSpPr>
      <p:sp>
        <p:nvSpPr>
          <p:cNvPr id="8" name="Título 7">
            <a:extLst>
              <a:ext uri="{FF2B5EF4-FFF2-40B4-BE49-F238E27FC236}">
                <a16:creationId xmlns:a16="http://schemas.microsoft.com/office/drawing/2014/main" id="{CE1799C1-C337-0DE1-3234-4D0362D02774}"/>
              </a:ext>
            </a:extLst>
          </p:cNvPr>
          <p:cNvSpPr>
            <a:spLocks noGrp="1"/>
          </p:cNvSpPr>
          <p:nvPr>
            <p:ph type="title"/>
          </p:nvPr>
        </p:nvSpPr>
        <p:spPr>
          <a:xfrm>
            <a:off x="793236" y="837735"/>
            <a:ext cx="10643616" cy="3346704"/>
          </a:xfrm>
        </p:spPr>
        <p:txBody>
          <a:bodyPr rtlCol="0">
            <a:normAutofit/>
          </a:bodyPr>
          <a:lstStyle>
            <a:lvl1pPr>
              <a:defRPr sz="7000"/>
            </a:lvl1pPr>
          </a:lstStyle>
          <a:p>
            <a:pPr rtl="0"/>
            <a:r>
              <a:rPr lang="pt-br"/>
              <a:t>Clique para editar o estilo de título Mestre</a:t>
            </a:r>
          </a:p>
        </p:txBody>
      </p:sp>
      <p:sp>
        <p:nvSpPr>
          <p:cNvPr id="12" name="Subtítulo 2">
            <a:extLst>
              <a:ext uri="{FF2B5EF4-FFF2-40B4-BE49-F238E27FC236}">
                <a16:creationId xmlns:a16="http://schemas.microsoft.com/office/drawing/2014/main" id="{9E4A3D71-157A-047C-16D0-5D3FDA49C24B}"/>
              </a:ext>
            </a:extLst>
          </p:cNvPr>
          <p:cNvSpPr>
            <a:spLocks noGrp="1"/>
          </p:cNvSpPr>
          <p:nvPr>
            <p:ph type="subTitle" idx="1"/>
          </p:nvPr>
        </p:nvSpPr>
        <p:spPr>
          <a:xfrm>
            <a:off x="795528" y="4824760"/>
            <a:ext cx="10641324" cy="1194128"/>
          </a:xfrm>
        </p:spPr>
        <p:txBody>
          <a:bodyPr vert="horz" lIns="91440" tIns="45720" rIns="91440" bIns="45720" rtlCol="0" anchor="b">
            <a:normAutofit/>
          </a:bodyPr>
          <a:lstStyle>
            <a:lvl1pPr marL="0" indent="0">
              <a:buNone/>
              <a:defRPr lang="en-US" sz="2200" dirty="0"/>
            </a:lvl1pPr>
          </a:lstStyle>
          <a:p>
            <a:pPr lvl="0" rtl="0"/>
            <a:r>
              <a:rPr lang="pt-br"/>
              <a:t>Clique para editar o estilo de subtítulo Mestre</a:t>
            </a:r>
          </a:p>
        </p:txBody>
      </p:sp>
      <p:sp>
        <p:nvSpPr>
          <p:cNvPr id="4" name="Espaço Reservado para Data 3">
            <a:extLst>
              <a:ext uri="{FF2B5EF4-FFF2-40B4-BE49-F238E27FC236}">
                <a16:creationId xmlns:a16="http://schemas.microsoft.com/office/drawing/2014/main" id="{EAE2DAFA-435E-AAF9-8B67-495E5AFDCD91}"/>
              </a:ext>
            </a:extLst>
          </p:cNvPr>
          <p:cNvSpPr>
            <a:spLocks noGrp="1"/>
          </p:cNvSpPr>
          <p:nvPr>
            <p:ph type="dt" sz="half" idx="10"/>
          </p:nvPr>
        </p:nvSpPr>
        <p:spPr/>
        <p:txBody>
          <a:bodyPr rtlCol="0"/>
          <a:lstStyle/>
          <a:p>
            <a:pPr rtl="0"/>
            <a:r>
              <a:rPr lang="en-US"/>
              <a:t>10/8/2025</a:t>
            </a:r>
            <a:endParaRPr lang="en-US" dirty="0"/>
          </a:p>
        </p:txBody>
      </p:sp>
      <p:sp>
        <p:nvSpPr>
          <p:cNvPr id="5" name="Espaço Reservado para Rodapé 4">
            <a:extLst>
              <a:ext uri="{FF2B5EF4-FFF2-40B4-BE49-F238E27FC236}">
                <a16:creationId xmlns:a16="http://schemas.microsoft.com/office/drawing/2014/main" id="{5B407A58-3351-E479-1A0C-2FF49FA42707}"/>
              </a:ext>
            </a:extLst>
          </p:cNvPr>
          <p:cNvSpPr>
            <a:spLocks noGrp="1"/>
          </p:cNvSpPr>
          <p:nvPr>
            <p:ph type="ftr" sz="quarter" idx="11"/>
          </p:nvPr>
        </p:nvSpPr>
        <p:spPr/>
        <p:txBody>
          <a:bodyPr rtlCol="0"/>
          <a:lstStyle/>
          <a:p>
            <a:pPr rtl="0"/>
            <a:r>
              <a:rPr lang="pt-br"/>
              <a:t>Exemplo de Texto de Rodapé</a:t>
            </a:r>
          </a:p>
        </p:txBody>
      </p:sp>
      <p:sp>
        <p:nvSpPr>
          <p:cNvPr id="6" name="Espaço Reservado para o Número do Slide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rtlCol="0"/>
          <a:lstStyle/>
          <a:p>
            <a:pPr rtl="0"/>
            <a:fld id="{CC057153-B650-4DEB-B370-79DDCFDCE934}" type="slidenum">
              <a:rPr lang="en-US" smtClean="0"/>
              <a:t>‹nº›</a:t>
            </a:fld>
            <a:endParaRPr lang="en-US" dirty="0"/>
          </a:p>
        </p:txBody>
      </p:sp>
      <p:sp>
        <p:nvSpPr>
          <p:cNvPr id="7" name="Retângulo 6">
            <a:extLst>
              <a:ext uri="{FF2B5EF4-FFF2-40B4-BE49-F238E27FC236}">
                <a16:creationId xmlns:a16="http://schemas.microsoft.com/office/drawing/2014/main" id="{EE6B6C7B-69BC-0D3D-1E9A-DD81FCE5A234}"/>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Tree>
    <p:extLst>
      <p:ext uri="{BB962C8B-B14F-4D97-AF65-F5344CB8AC3E}">
        <p14:creationId xmlns:p14="http://schemas.microsoft.com/office/powerpoint/2010/main" val="265130338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ítulo 2">
    <p:bg>
      <p:bgPr>
        <a:solidFill>
          <a:schemeClr val="accent1"/>
        </a:solidFill>
        <a:effectLst/>
      </p:bgPr>
    </p:bg>
    <p:spTree>
      <p:nvGrpSpPr>
        <p:cNvPr id="1" name=""/>
        <p:cNvGrpSpPr/>
        <p:nvPr/>
      </p:nvGrpSpPr>
      <p:grpSpPr>
        <a:xfrm>
          <a:off x="0" y="0"/>
          <a:ext cx="0" cy="0"/>
          <a:chOff x="0" y="0"/>
          <a:chExt cx="0" cy="0"/>
        </a:xfrm>
      </p:grpSpPr>
      <p:sp>
        <p:nvSpPr>
          <p:cNvPr id="8" name="Título 7">
            <a:extLst>
              <a:ext uri="{FF2B5EF4-FFF2-40B4-BE49-F238E27FC236}">
                <a16:creationId xmlns:a16="http://schemas.microsoft.com/office/drawing/2014/main" id="{43B7DDF3-035D-63C7-AB51-6046391B6250}"/>
              </a:ext>
            </a:extLst>
          </p:cNvPr>
          <p:cNvSpPr>
            <a:spLocks noGrp="1"/>
          </p:cNvSpPr>
          <p:nvPr>
            <p:ph type="title"/>
          </p:nvPr>
        </p:nvSpPr>
        <p:spPr>
          <a:xfrm>
            <a:off x="793235" y="840285"/>
            <a:ext cx="10643616" cy="3593592"/>
          </a:xfrm>
        </p:spPr>
        <p:txBody>
          <a:bodyPr rtlCol="0" anchor="b">
            <a:normAutofit/>
          </a:bodyPr>
          <a:lstStyle>
            <a:lvl1pPr>
              <a:defRPr sz="7200"/>
            </a:lvl1pPr>
          </a:lstStyle>
          <a:p>
            <a:pPr rtl="0"/>
            <a:r>
              <a:rPr lang="pt-br"/>
              <a:t>Clique para editar o estilo de título Mestre</a:t>
            </a:r>
          </a:p>
        </p:txBody>
      </p:sp>
      <p:sp>
        <p:nvSpPr>
          <p:cNvPr id="15" name="Subtítulo 2">
            <a:extLst>
              <a:ext uri="{FF2B5EF4-FFF2-40B4-BE49-F238E27FC236}">
                <a16:creationId xmlns:a16="http://schemas.microsoft.com/office/drawing/2014/main" id="{7D73ECB8-129C-F6DD-9829-B61FF23C403C}"/>
              </a:ext>
            </a:extLst>
          </p:cNvPr>
          <p:cNvSpPr>
            <a:spLocks noGrp="1"/>
          </p:cNvSpPr>
          <p:nvPr>
            <p:ph type="subTitle" idx="1"/>
          </p:nvPr>
        </p:nvSpPr>
        <p:spPr>
          <a:xfrm>
            <a:off x="795528" y="4598850"/>
            <a:ext cx="10641323" cy="1033272"/>
          </a:xfrm>
        </p:spPr>
        <p:txBody>
          <a:bodyPr vert="horz" lIns="91440" tIns="45720" rIns="91440" bIns="45720" rtlCol="0">
            <a:normAutofit/>
          </a:bodyPr>
          <a:lstStyle>
            <a:lvl1pPr marL="0" indent="0">
              <a:buNone/>
              <a:defRPr lang="en-US" sz="2000" dirty="0"/>
            </a:lvl1pPr>
          </a:lstStyle>
          <a:p>
            <a:pPr lvl="0" rtl="0"/>
            <a:r>
              <a:rPr lang="pt-br"/>
              <a:t>Clique para editar o estilo de subtítulo Mestre</a:t>
            </a:r>
          </a:p>
        </p:txBody>
      </p:sp>
      <p:sp>
        <p:nvSpPr>
          <p:cNvPr id="4" name="Espaço Reservado para Data 3">
            <a:extLst>
              <a:ext uri="{FF2B5EF4-FFF2-40B4-BE49-F238E27FC236}">
                <a16:creationId xmlns:a16="http://schemas.microsoft.com/office/drawing/2014/main" id="{EAE2DAFA-435E-AAF9-8B67-495E5AFDCD91}"/>
              </a:ext>
            </a:extLst>
          </p:cNvPr>
          <p:cNvSpPr>
            <a:spLocks noGrp="1"/>
          </p:cNvSpPr>
          <p:nvPr>
            <p:ph type="dt" sz="half" idx="10"/>
          </p:nvPr>
        </p:nvSpPr>
        <p:spPr/>
        <p:txBody>
          <a:bodyPr rtlCol="0"/>
          <a:lstStyle/>
          <a:p>
            <a:pPr rtl="0"/>
            <a:r>
              <a:rPr lang="en-US"/>
              <a:t>10/8/2025</a:t>
            </a:r>
            <a:endParaRPr lang="en-US" dirty="0"/>
          </a:p>
        </p:txBody>
      </p:sp>
      <p:sp>
        <p:nvSpPr>
          <p:cNvPr id="5" name="Espaço Reservado para Rodapé 4">
            <a:extLst>
              <a:ext uri="{FF2B5EF4-FFF2-40B4-BE49-F238E27FC236}">
                <a16:creationId xmlns:a16="http://schemas.microsoft.com/office/drawing/2014/main" id="{5B407A58-3351-E479-1A0C-2FF49FA42707}"/>
              </a:ext>
            </a:extLst>
          </p:cNvPr>
          <p:cNvSpPr>
            <a:spLocks noGrp="1"/>
          </p:cNvSpPr>
          <p:nvPr>
            <p:ph type="ftr" sz="quarter" idx="11"/>
          </p:nvPr>
        </p:nvSpPr>
        <p:spPr/>
        <p:txBody>
          <a:bodyPr rtlCol="0"/>
          <a:lstStyle/>
          <a:p>
            <a:pPr rtl="0"/>
            <a:r>
              <a:rPr lang="pt-br"/>
              <a:t>Exemplo de Texto de Rodapé</a:t>
            </a:r>
          </a:p>
        </p:txBody>
      </p:sp>
      <p:sp>
        <p:nvSpPr>
          <p:cNvPr id="6" name="Espaço Reservado para o Número do Slide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rtlCol="0"/>
          <a:lstStyle/>
          <a:p>
            <a:pPr rtl="0"/>
            <a:fld id="{CC057153-B650-4DEB-B370-79DDCFDCE934}" type="slidenum">
              <a:rPr lang="en-US" smtClean="0"/>
              <a:t>‹nº›</a:t>
            </a:fld>
            <a:endParaRPr lang="en-US" dirty="0"/>
          </a:p>
        </p:txBody>
      </p:sp>
      <p:sp>
        <p:nvSpPr>
          <p:cNvPr id="7" name="Retângulo 6">
            <a:extLst>
              <a:ext uri="{FF2B5EF4-FFF2-40B4-BE49-F238E27FC236}">
                <a16:creationId xmlns:a16="http://schemas.microsoft.com/office/drawing/2014/main" id="{34B6D5D4-CEEE-3117-A84B-7DE80FC18AFC}"/>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Tree>
    <p:extLst>
      <p:ext uri="{BB962C8B-B14F-4D97-AF65-F5344CB8AC3E}">
        <p14:creationId xmlns:p14="http://schemas.microsoft.com/office/powerpoint/2010/main" val="290707352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ítulo 3">
    <p:bg>
      <p:bgPr>
        <a:solidFill>
          <a:schemeClr val="accent2"/>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336E9A-8E96-CD8C-7598-F87632CD81CF}"/>
              </a:ext>
            </a:extLst>
          </p:cNvPr>
          <p:cNvSpPr>
            <a:spLocks noGrp="1"/>
          </p:cNvSpPr>
          <p:nvPr>
            <p:ph type="ctrTitle"/>
          </p:nvPr>
        </p:nvSpPr>
        <p:spPr>
          <a:xfrm>
            <a:off x="1981200" y="1566152"/>
            <a:ext cx="8229600" cy="2373303"/>
          </a:xfrm>
        </p:spPr>
        <p:txBody>
          <a:bodyPr rtlCol="0" anchor="b">
            <a:normAutofit/>
          </a:bodyPr>
          <a:lstStyle>
            <a:lvl1pPr algn="ctr">
              <a:defRPr sz="6000"/>
            </a:lvl1pPr>
          </a:lstStyle>
          <a:p>
            <a:pPr rtl="0"/>
            <a:r>
              <a:rPr lang="pt-br"/>
              <a:t>Clique para editar o estilo de título Mestre</a:t>
            </a:r>
          </a:p>
        </p:txBody>
      </p:sp>
      <p:sp>
        <p:nvSpPr>
          <p:cNvPr id="3" name="Subtítulo 2">
            <a:extLst>
              <a:ext uri="{FF2B5EF4-FFF2-40B4-BE49-F238E27FC236}">
                <a16:creationId xmlns:a16="http://schemas.microsoft.com/office/drawing/2014/main" id="{2BDC76B8-60F6-62D3-9F73-E81662203017}"/>
              </a:ext>
            </a:extLst>
          </p:cNvPr>
          <p:cNvSpPr>
            <a:spLocks noGrp="1"/>
          </p:cNvSpPr>
          <p:nvPr>
            <p:ph type="subTitle" idx="1"/>
          </p:nvPr>
        </p:nvSpPr>
        <p:spPr>
          <a:xfrm>
            <a:off x="2301923" y="4039647"/>
            <a:ext cx="7588155" cy="1033272"/>
          </a:xfrm>
        </p:spPr>
        <p:txBody>
          <a:bodyPr rtlCol="0">
            <a:normAutofit/>
          </a:bodyPr>
          <a:lstStyle>
            <a:lvl1pPr marL="0" indent="0" algn="ctr">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pt-br"/>
              <a:t>Clique para editar o estilo de subtítulo Mestre</a:t>
            </a:r>
          </a:p>
        </p:txBody>
      </p:sp>
      <p:sp>
        <p:nvSpPr>
          <p:cNvPr id="4" name="Espaço Reservado para Data 3">
            <a:extLst>
              <a:ext uri="{FF2B5EF4-FFF2-40B4-BE49-F238E27FC236}">
                <a16:creationId xmlns:a16="http://schemas.microsoft.com/office/drawing/2014/main" id="{EAE2DAFA-435E-AAF9-8B67-495E5AFDCD91}"/>
              </a:ext>
            </a:extLst>
          </p:cNvPr>
          <p:cNvSpPr>
            <a:spLocks noGrp="1"/>
          </p:cNvSpPr>
          <p:nvPr>
            <p:ph type="dt" sz="half" idx="10"/>
          </p:nvPr>
        </p:nvSpPr>
        <p:spPr/>
        <p:txBody>
          <a:bodyPr rtlCol="0"/>
          <a:lstStyle/>
          <a:p>
            <a:pPr rtl="0"/>
            <a:r>
              <a:rPr lang="en-US"/>
              <a:t>10/8/2025</a:t>
            </a:r>
            <a:endParaRPr lang="en-US" dirty="0"/>
          </a:p>
        </p:txBody>
      </p:sp>
      <p:sp>
        <p:nvSpPr>
          <p:cNvPr id="5" name="Espaço Reservado para Rodapé 4">
            <a:extLst>
              <a:ext uri="{FF2B5EF4-FFF2-40B4-BE49-F238E27FC236}">
                <a16:creationId xmlns:a16="http://schemas.microsoft.com/office/drawing/2014/main" id="{5B407A58-3351-E479-1A0C-2FF49FA42707}"/>
              </a:ext>
            </a:extLst>
          </p:cNvPr>
          <p:cNvSpPr>
            <a:spLocks noGrp="1"/>
          </p:cNvSpPr>
          <p:nvPr>
            <p:ph type="ftr" sz="quarter" idx="11"/>
          </p:nvPr>
        </p:nvSpPr>
        <p:spPr/>
        <p:txBody>
          <a:bodyPr rtlCol="0"/>
          <a:lstStyle/>
          <a:p>
            <a:pPr rtl="0"/>
            <a:r>
              <a:rPr lang="pt-br"/>
              <a:t>Exemplo de Texto de Rodapé</a:t>
            </a:r>
          </a:p>
        </p:txBody>
      </p:sp>
      <p:sp>
        <p:nvSpPr>
          <p:cNvPr id="6" name="Espaço Reservado para o Número do Slide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rtlCol="0"/>
          <a:lstStyle/>
          <a:p>
            <a:pPr rtl="0"/>
            <a:fld id="{CC057153-B650-4DEB-B370-79DDCFDCE934}" type="slidenum">
              <a:rPr lang="en-US" smtClean="0"/>
              <a:t>‹nº›</a:t>
            </a:fld>
            <a:endParaRPr lang="en-US" dirty="0"/>
          </a:p>
        </p:txBody>
      </p:sp>
      <p:sp>
        <p:nvSpPr>
          <p:cNvPr id="7" name="Retângulo 6">
            <a:extLst>
              <a:ext uri="{FF2B5EF4-FFF2-40B4-BE49-F238E27FC236}">
                <a16:creationId xmlns:a16="http://schemas.microsoft.com/office/drawing/2014/main" id="{DDBE0B21-7B6E-C2E6-781E-44A2E68E10E4}"/>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Tree>
    <p:extLst>
      <p:ext uri="{BB962C8B-B14F-4D97-AF65-F5344CB8AC3E}">
        <p14:creationId xmlns:p14="http://schemas.microsoft.com/office/powerpoint/2010/main" val="366952278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abeçalho da Seção">
    <p:bg>
      <p:bgPr>
        <a:solidFill>
          <a:schemeClr val="accent1"/>
        </a:solidFill>
        <a:effectLst/>
      </p:bgPr>
    </p:bg>
    <p:spTree>
      <p:nvGrpSpPr>
        <p:cNvPr id="1" name=""/>
        <p:cNvGrpSpPr/>
        <p:nvPr/>
      </p:nvGrpSpPr>
      <p:grpSpPr>
        <a:xfrm>
          <a:off x="0" y="0"/>
          <a:ext cx="0" cy="0"/>
          <a:chOff x="0" y="0"/>
          <a:chExt cx="0" cy="0"/>
        </a:xfrm>
      </p:grpSpPr>
      <p:sp>
        <p:nvSpPr>
          <p:cNvPr id="8" name="Retângulo 7">
            <a:extLst>
              <a:ext uri="{FF2B5EF4-FFF2-40B4-BE49-F238E27FC236}">
                <a16:creationId xmlns:a16="http://schemas.microsoft.com/office/drawing/2014/main" id="{0F58B209-D8FD-6B51-310A-96AE33AC1B63}"/>
              </a:ext>
            </a:extLst>
          </p:cNvPr>
          <p:cNvSpPr/>
          <p:nvPr/>
        </p:nvSpPr>
        <p:spPr>
          <a:xfrm>
            <a:off x="1121981" y="874987"/>
            <a:ext cx="9941944" cy="510802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4" name="Espaço Reservado para Data 3">
            <a:extLst>
              <a:ext uri="{FF2B5EF4-FFF2-40B4-BE49-F238E27FC236}">
                <a16:creationId xmlns:a16="http://schemas.microsoft.com/office/drawing/2014/main" id="{EAE2DAFA-435E-AAF9-8B67-495E5AFDCD91}"/>
              </a:ext>
            </a:extLst>
          </p:cNvPr>
          <p:cNvSpPr>
            <a:spLocks noGrp="1"/>
          </p:cNvSpPr>
          <p:nvPr>
            <p:ph type="dt" sz="half" idx="10"/>
          </p:nvPr>
        </p:nvSpPr>
        <p:spPr/>
        <p:txBody>
          <a:bodyPr rtlCol="0"/>
          <a:lstStyle/>
          <a:p>
            <a:pPr rtl="0"/>
            <a:r>
              <a:rPr lang="en-US"/>
              <a:t>10/8/2025</a:t>
            </a:r>
            <a:endParaRPr lang="en-US" dirty="0"/>
          </a:p>
        </p:txBody>
      </p:sp>
      <p:sp>
        <p:nvSpPr>
          <p:cNvPr id="5" name="Espaço Reservado para Rodapé 4">
            <a:extLst>
              <a:ext uri="{FF2B5EF4-FFF2-40B4-BE49-F238E27FC236}">
                <a16:creationId xmlns:a16="http://schemas.microsoft.com/office/drawing/2014/main" id="{5B407A58-3351-E479-1A0C-2FF49FA42707}"/>
              </a:ext>
            </a:extLst>
          </p:cNvPr>
          <p:cNvSpPr>
            <a:spLocks noGrp="1"/>
          </p:cNvSpPr>
          <p:nvPr>
            <p:ph type="ftr" sz="quarter" idx="11"/>
          </p:nvPr>
        </p:nvSpPr>
        <p:spPr/>
        <p:txBody>
          <a:bodyPr rtlCol="0"/>
          <a:lstStyle/>
          <a:p>
            <a:pPr rtl="0"/>
            <a:r>
              <a:rPr lang="pt-br"/>
              <a:t>Exemplo de Texto de Rodapé</a:t>
            </a:r>
          </a:p>
        </p:txBody>
      </p:sp>
      <p:sp>
        <p:nvSpPr>
          <p:cNvPr id="6" name="Espaço Reservado para o Número do Slide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rtlCol="0"/>
          <a:lstStyle/>
          <a:p>
            <a:pPr rtl="0"/>
            <a:fld id="{CC057153-B650-4DEB-B370-79DDCFDCE934}" type="slidenum">
              <a:rPr lang="en-US" smtClean="0"/>
              <a:t>‹nº›</a:t>
            </a:fld>
            <a:endParaRPr lang="en-US" dirty="0"/>
          </a:p>
        </p:txBody>
      </p:sp>
      <p:sp>
        <p:nvSpPr>
          <p:cNvPr id="2" name="Título 1">
            <a:extLst>
              <a:ext uri="{FF2B5EF4-FFF2-40B4-BE49-F238E27FC236}">
                <a16:creationId xmlns:a16="http://schemas.microsoft.com/office/drawing/2014/main" id="{5FB1752B-CF4C-EEF0-36CC-58B27E1CB9EF}"/>
              </a:ext>
            </a:extLst>
          </p:cNvPr>
          <p:cNvSpPr>
            <a:spLocks noGrp="1"/>
          </p:cNvSpPr>
          <p:nvPr>
            <p:ph type="title"/>
          </p:nvPr>
        </p:nvSpPr>
        <p:spPr>
          <a:xfrm>
            <a:off x="1474076" y="1359775"/>
            <a:ext cx="7909560" cy="4334256"/>
          </a:xfrm>
        </p:spPr>
        <p:txBody>
          <a:bodyPr rtlCol="0" anchor="b">
            <a:normAutofit/>
          </a:bodyPr>
          <a:lstStyle>
            <a:lvl1pPr>
              <a:defRPr sz="6200"/>
            </a:lvl1pPr>
          </a:lstStyle>
          <a:p>
            <a:pPr rtl="0"/>
            <a:r>
              <a:rPr lang="pt-br"/>
              <a:t>Clique para editar o estilo de título Mestre</a:t>
            </a:r>
          </a:p>
        </p:txBody>
      </p:sp>
    </p:spTree>
    <p:extLst>
      <p:ext uri="{BB962C8B-B14F-4D97-AF65-F5344CB8AC3E}">
        <p14:creationId xmlns:p14="http://schemas.microsoft.com/office/powerpoint/2010/main" val="109612635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E4019F8-742E-9EEF-F591-C9666AC32AF1}"/>
              </a:ext>
            </a:extLst>
          </p:cNvPr>
          <p:cNvSpPr>
            <a:spLocks noGrp="1"/>
          </p:cNvSpPr>
          <p:nvPr>
            <p:ph type="title"/>
          </p:nvPr>
        </p:nvSpPr>
        <p:spPr>
          <a:xfrm>
            <a:off x="809383" y="841248"/>
            <a:ext cx="8931403" cy="1380744"/>
          </a:xfrm>
        </p:spPr>
        <p:txBody>
          <a:bodyPr rtlCol="0" anchor="b">
            <a:normAutofit/>
          </a:bodyPr>
          <a:lstStyle>
            <a:lvl1pPr>
              <a:defRPr sz="4400"/>
            </a:lvl1pPr>
          </a:lstStyle>
          <a:p>
            <a:pPr rtl="0"/>
            <a:r>
              <a:rPr lang="pt-br"/>
              <a:t>Clique para editar o estilo de título Mestre</a:t>
            </a:r>
          </a:p>
        </p:txBody>
      </p:sp>
      <p:sp>
        <p:nvSpPr>
          <p:cNvPr id="7" name="Espaço Reservado para Conteúdo 6">
            <a:extLst>
              <a:ext uri="{FF2B5EF4-FFF2-40B4-BE49-F238E27FC236}">
                <a16:creationId xmlns:a16="http://schemas.microsoft.com/office/drawing/2014/main" id="{28C8B19A-6FC1-2B71-0BFB-9274CBF396B9}"/>
              </a:ext>
            </a:extLst>
          </p:cNvPr>
          <p:cNvSpPr>
            <a:spLocks noGrp="1"/>
          </p:cNvSpPr>
          <p:nvPr>
            <p:ph sz="quarter" idx="13"/>
          </p:nvPr>
        </p:nvSpPr>
        <p:spPr>
          <a:xfrm>
            <a:off x="809383" y="2333860"/>
            <a:ext cx="8931403" cy="3689909"/>
          </a:xfrm>
        </p:spPr>
        <p:txBody>
          <a:bodyPr rtlCol="0">
            <a:normAutofit/>
          </a:bodyPr>
          <a:lstStyle>
            <a:lvl1pPr marL="457200" indent="-457200">
              <a:buFont typeface="+mj-lt"/>
              <a:buAutoNum type="arabicPeriod"/>
              <a:defRPr sz="2000"/>
            </a:lvl1pPr>
            <a:lvl2pPr marL="685800" indent="-457200">
              <a:buFont typeface="+mj-lt"/>
              <a:buAutoNum type="arabicPeriod"/>
              <a:defRPr sz="1800"/>
            </a:lvl2pPr>
            <a:lvl3pPr marL="800100" indent="-342900">
              <a:buFont typeface="+mj-lt"/>
              <a:buAutoNum type="arabicPeriod"/>
              <a:defRPr sz="1600"/>
            </a:lvl3pPr>
            <a:lvl4pPr marL="1028700" indent="-342900">
              <a:buFont typeface="+mj-lt"/>
              <a:buAutoNum type="arabicPeriod"/>
              <a:defRPr sz="1400"/>
            </a:lvl4pPr>
            <a:lvl5pPr marL="1257300" indent="-342900">
              <a:buFont typeface="+mj-lt"/>
              <a:buAutoNum type="arabicPeriod"/>
              <a:defRPr sz="1400"/>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
        <p:nvSpPr>
          <p:cNvPr id="3" name="Espaço Reservado para Data 2">
            <a:extLst>
              <a:ext uri="{FF2B5EF4-FFF2-40B4-BE49-F238E27FC236}">
                <a16:creationId xmlns:a16="http://schemas.microsoft.com/office/drawing/2014/main" id="{6CC77F2D-39D2-22F7-CF0B-39D63EBF00B7}"/>
              </a:ext>
            </a:extLst>
          </p:cNvPr>
          <p:cNvSpPr>
            <a:spLocks noGrp="1"/>
          </p:cNvSpPr>
          <p:nvPr>
            <p:ph type="dt" sz="half" idx="10"/>
          </p:nvPr>
        </p:nvSpPr>
        <p:spPr/>
        <p:txBody>
          <a:bodyPr rtlCol="0"/>
          <a:lstStyle/>
          <a:p>
            <a:pPr rtl="0"/>
            <a:r>
              <a:rPr lang="en-US"/>
              <a:t>10/8/2025</a:t>
            </a:r>
            <a:endParaRPr lang="en-US" dirty="0"/>
          </a:p>
        </p:txBody>
      </p:sp>
      <p:sp>
        <p:nvSpPr>
          <p:cNvPr id="4" name="Espaço Reservado para Rodapé 3">
            <a:extLst>
              <a:ext uri="{FF2B5EF4-FFF2-40B4-BE49-F238E27FC236}">
                <a16:creationId xmlns:a16="http://schemas.microsoft.com/office/drawing/2014/main" id="{0B12CFE6-D05E-5478-B3A4-81DC4DCD7410}"/>
              </a:ext>
            </a:extLst>
          </p:cNvPr>
          <p:cNvSpPr>
            <a:spLocks noGrp="1"/>
          </p:cNvSpPr>
          <p:nvPr>
            <p:ph type="ftr" sz="quarter" idx="11"/>
          </p:nvPr>
        </p:nvSpPr>
        <p:spPr/>
        <p:txBody>
          <a:bodyPr rtlCol="0"/>
          <a:lstStyle/>
          <a:p>
            <a:pPr rtl="0"/>
            <a:r>
              <a:rPr lang="pt-br"/>
              <a:t>Exemplo de Texto de Rodapé</a:t>
            </a:r>
          </a:p>
        </p:txBody>
      </p:sp>
      <p:sp>
        <p:nvSpPr>
          <p:cNvPr id="5" name="Espaço Reservado para o Número do Slide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rtlCol="0"/>
          <a:lstStyle/>
          <a:p>
            <a:pPr rtl="0"/>
            <a:fld id="{CC057153-B650-4DEB-B370-79DDCFDCE934}" type="slidenum">
              <a:rPr lang="en-US" smtClean="0"/>
              <a:t>‹nº›</a:t>
            </a:fld>
            <a:endParaRPr lang="en-US" dirty="0"/>
          </a:p>
        </p:txBody>
      </p:sp>
      <p:sp>
        <p:nvSpPr>
          <p:cNvPr id="6" name="Retângulo 5">
            <a:extLst>
              <a:ext uri="{FF2B5EF4-FFF2-40B4-BE49-F238E27FC236}">
                <a16:creationId xmlns:a16="http://schemas.microsoft.com/office/drawing/2014/main" id="{D6A7576B-FC6F-F402-D320-23CD0747AB61}"/>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Tree>
    <p:extLst>
      <p:ext uri="{BB962C8B-B14F-4D97-AF65-F5344CB8AC3E}">
        <p14:creationId xmlns:p14="http://schemas.microsoft.com/office/powerpoint/2010/main" val="33574593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com Imagem">
    <p:bg>
      <p:bgPr>
        <a:solidFill>
          <a:schemeClr val="accent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E4019F8-742E-9EEF-F591-C9666AC32AF1}"/>
              </a:ext>
            </a:extLst>
          </p:cNvPr>
          <p:cNvSpPr>
            <a:spLocks noGrp="1"/>
          </p:cNvSpPr>
          <p:nvPr>
            <p:ph type="title"/>
          </p:nvPr>
        </p:nvSpPr>
        <p:spPr>
          <a:xfrm>
            <a:off x="5196940" y="829577"/>
            <a:ext cx="6199461" cy="1693992"/>
          </a:xfrm>
        </p:spPr>
        <p:txBody>
          <a:bodyPr rtlCol="0" anchor="b">
            <a:normAutofit/>
          </a:bodyPr>
          <a:lstStyle>
            <a:lvl1pPr>
              <a:defRPr sz="4000"/>
            </a:lvl1pPr>
          </a:lstStyle>
          <a:p>
            <a:pPr rtl="0"/>
            <a:r>
              <a:rPr lang="pt-br"/>
              <a:t>Clique para editar o estilo de título Mestre</a:t>
            </a:r>
          </a:p>
        </p:txBody>
      </p:sp>
      <p:sp>
        <p:nvSpPr>
          <p:cNvPr id="3" name="Espaço Reservado para Imagem 10">
            <a:extLst>
              <a:ext uri="{FF2B5EF4-FFF2-40B4-BE49-F238E27FC236}">
                <a16:creationId xmlns:a16="http://schemas.microsoft.com/office/drawing/2014/main" id="{D9C05904-FD8A-9AED-FEBF-07D02323D6FF}"/>
              </a:ext>
            </a:extLst>
          </p:cNvPr>
          <p:cNvSpPr>
            <a:spLocks noGrp="1"/>
          </p:cNvSpPr>
          <p:nvPr>
            <p:ph type="pic" sz="quarter" idx="18" hasCustomPrompt="1"/>
          </p:nvPr>
        </p:nvSpPr>
        <p:spPr>
          <a:xfrm>
            <a:off x="349376" y="366631"/>
            <a:ext cx="4250069" cy="6135624"/>
          </a:xfrm>
          <a:blipFill>
            <a:blip r:embed="rId2">
              <a:alphaModFix amt="70000"/>
              <a:extLst>
                <a:ext uri="{28A0092B-C50C-407E-A947-70E740481C1C}">
                  <a14:useLocalDpi xmlns:a14="http://schemas.microsoft.com/office/drawing/2010/main" val="0"/>
                </a:ext>
              </a:extLst>
            </a:blip>
            <a:stretch>
              <a:fillRect l="1" r="-47809"/>
            </a:stretch>
          </a:blipFill>
          <a:ln w="19050">
            <a:noFill/>
            <a:miter lim="800000"/>
          </a:ln>
        </p:spPr>
        <p:txBody>
          <a:bodyPr rtlCol="0"/>
          <a:lstStyle>
            <a:lvl1pPr marL="0" indent="0">
              <a:buNone/>
              <a:defRPr/>
            </a:lvl1pPr>
          </a:lstStyle>
          <a:p>
            <a:pPr rtl="0"/>
            <a:r>
              <a:rPr lang="pt-br"/>
              <a:t> </a:t>
            </a:r>
          </a:p>
        </p:txBody>
      </p:sp>
      <p:sp>
        <p:nvSpPr>
          <p:cNvPr id="7" name="Espaço Reservado para Conteúdo 6">
            <a:extLst>
              <a:ext uri="{FF2B5EF4-FFF2-40B4-BE49-F238E27FC236}">
                <a16:creationId xmlns:a16="http://schemas.microsoft.com/office/drawing/2014/main" id="{28C8B19A-6FC1-2B71-0BFB-9274CBF396B9}"/>
              </a:ext>
            </a:extLst>
          </p:cNvPr>
          <p:cNvSpPr>
            <a:spLocks noGrp="1"/>
          </p:cNvSpPr>
          <p:nvPr>
            <p:ph sz="quarter" idx="13"/>
          </p:nvPr>
        </p:nvSpPr>
        <p:spPr>
          <a:xfrm>
            <a:off x="5196940" y="2637762"/>
            <a:ext cx="6199461" cy="3411099"/>
          </a:xfrm>
        </p:spPr>
        <p:txBody>
          <a:bodyPr rtlCol="0">
            <a:normAutofit/>
          </a:bodyPr>
          <a:lstStyle>
            <a:lvl1pPr marL="457200" indent="-457200">
              <a:buFont typeface="+mj-lt"/>
              <a:buAutoNum type="arabicPeriod"/>
              <a:defRPr sz="2000"/>
            </a:lvl1pPr>
            <a:lvl2pPr marL="571500" indent="-342900">
              <a:buFont typeface="+mj-lt"/>
              <a:buAutoNum type="arabicPeriod"/>
              <a:defRPr sz="1800"/>
            </a:lvl2pPr>
            <a:lvl3pPr marL="800100" indent="-342900">
              <a:buFont typeface="+mj-lt"/>
              <a:buAutoNum type="arabicPeriod"/>
              <a:defRPr sz="1600"/>
            </a:lvl3pPr>
            <a:lvl4pPr marL="1028700" indent="-342900">
              <a:buFont typeface="+mj-lt"/>
              <a:buAutoNum type="arabicPeriod"/>
              <a:defRPr sz="1400"/>
            </a:lvl4pPr>
            <a:lvl5pPr>
              <a:buFont typeface="+mj-lt"/>
              <a:buAutoNum type="arabicPeriod"/>
              <a:defRPr sz="1400"/>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
        <p:nvSpPr>
          <p:cNvPr id="10" name="Retângulo 9">
            <a:extLst>
              <a:ext uri="{FF2B5EF4-FFF2-40B4-BE49-F238E27FC236}">
                <a16:creationId xmlns:a16="http://schemas.microsoft.com/office/drawing/2014/main" id="{5CF087BA-BF9C-B6FF-3993-B14EFC993249}"/>
              </a:ext>
            </a:extLst>
          </p:cNvPr>
          <p:cNvSpPr/>
          <p:nvPr userDrawn="1"/>
        </p:nvSpPr>
        <p:spPr>
          <a:xfrm>
            <a:off x="4765158" y="351065"/>
            <a:ext cx="7084090"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4" name="Retângulo 3">
            <a:extLst>
              <a:ext uri="{FF2B5EF4-FFF2-40B4-BE49-F238E27FC236}">
                <a16:creationId xmlns:a16="http://schemas.microsoft.com/office/drawing/2014/main" id="{2205EF98-C9B4-FDE5-FF49-3AC91EBF7C80}"/>
              </a:ext>
            </a:extLst>
          </p:cNvPr>
          <p:cNvSpPr/>
          <p:nvPr userDrawn="1"/>
        </p:nvSpPr>
        <p:spPr>
          <a:xfrm>
            <a:off x="334788" y="353022"/>
            <a:ext cx="4279392" cy="6153912"/>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5" name="Espaço Reservado para Data 4">
            <a:extLst>
              <a:ext uri="{FF2B5EF4-FFF2-40B4-BE49-F238E27FC236}">
                <a16:creationId xmlns:a16="http://schemas.microsoft.com/office/drawing/2014/main" id="{3955E63F-831B-1E75-A3D2-7916C30870FC}"/>
              </a:ext>
            </a:extLst>
          </p:cNvPr>
          <p:cNvSpPr>
            <a:spLocks noGrp="1"/>
          </p:cNvSpPr>
          <p:nvPr>
            <p:ph type="dt" sz="half" idx="19"/>
          </p:nvPr>
        </p:nvSpPr>
        <p:spPr/>
        <p:txBody>
          <a:bodyPr rtlCol="0"/>
          <a:lstStyle/>
          <a:p>
            <a:pPr rtl="0"/>
            <a:r>
              <a:rPr lang="en-US"/>
              <a:t>10/8/2025</a:t>
            </a:r>
            <a:endParaRPr lang="en-US" dirty="0"/>
          </a:p>
        </p:txBody>
      </p:sp>
      <p:sp>
        <p:nvSpPr>
          <p:cNvPr id="6" name="Espaço Reservado para Rodapé 5">
            <a:extLst>
              <a:ext uri="{FF2B5EF4-FFF2-40B4-BE49-F238E27FC236}">
                <a16:creationId xmlns:a16="http://schemas.microsoft.com/office/drawing/2014/main" id="{AA36642A-4BF1-3042-3D1E-3F9A6461A021}"/>
              </a:ext>
            </a:extLst>
          </p:cNvPr>
          <p:cNvSpPr>
            <a:spLocks noGrp="1"/>
          </p:cNvSpPr>
          <p:nvPr>
            <p:ph type="ftr" sz="quarter" idx="20"/>
          </p:nvPr>
        </p:nvSpPr>
        <p:spPr/>
        <p:txBody>
          <a:bodyPr rtlCol="0"/>
          <a:lstStyle/>
          <a:p>
            <a:pPr rtl="0"/>
            <a:r>
              <a:rPr lang="pt-br"/>
              <a:t>Exemplo de Texto de Rodapé</a:t>
            </a:r>
            <a:endParaRPr lang="en-US" dirty="0"/>
          </a:p>
        </p:txBody>
      </p:sp>
      <p:sp>
        <p:nvSpPr>
          <p:cNvPr id="8" name="Espaço Reservado para o Número do Slide 7">
            <a:extLst>
              <a:ext uri="{FF2B5EF4-FFF2-40B4-BE49-F238E27FC236}">
                <a16:creationId xmlns:a16="http://schemas.microsoft.com/office/drawing/2014/main" id="{AACA4F36-7122-9562-2451-1594B9399AFD}"/>
              </a:ext>
            </a:extLst>
          </p:cNvPr>
          <p:cNvSpPr>
            <a:spLocks noGrp="1"/>
          </p:cNvSpPr>
          <p:nvPr>
            <p:ph type="sldNum" sz="quarter" idx="21"/>
          </p:nvPr>
        </p:nvSpPr>
        <p:spPr/>
        <p:txBody>
          <a:bodyPr rtlCol="0"/>
          <a:lstStyle/>
          <a:p>
            <a:pPr rtl="0"/>
            <a:fld id="{CC057153-B650-4DEB-B370-79DDCFDCE934}" type="slidenum">
              <a:rPr lang="en-US" smtClean="0"/>
              <a:pPr rtl="0"/>
              <a:t>‹nº›</a:t>
            </a:fld>
            <a:endParaRPr lang="en-US" dirty="0"/>
          </a:p>
        </p:txBody>
      </p:sp>
    </p:spTree>
    <p:extLst>
      <p:ext uri="{BB962C8B-B14F-4D97-AF65-F5344CB8AC3E}">
        <p14:creationId xmlns:p14="http://schemas.microsoft.com/office/powerpoint/2010/main" val="26109622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údo 2">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2785872" y="2130552"/>
            <a:ext cx="6620256" cy="1069848"/>
          </a:xfrm>
        </p:spPr>
        <p:txBody>
          <a:bodyPr rtlCol="0" anchor="b" anchorCtr="0">
            <a:normAutofit/>
          </a:bodyPr>
          <a:lstStyle>
            <a:lvl1pPr algn="ctr">
              <a:defRPr sz="3600"/>
            </a:lvl1pPr>
          </a:lstStyle>
          <a:p>
            <a:pPr rtl="0"/>
            <a:r>
              <a:rPr lang="pt-br"/>
              <a:t>Clique para editar o estilo de título Mestre</a:t>
            </a:r>
          </a:p>
        </p:txBody>
      </p:sp>
      <p:sp>
        <p:nvSpPr>
          <p:cNvPr id="8" name="Espaço Reservado para Conteúdo 7">
            <a:extLst>
              <a:ext uri="{FF2B5EF4-FFF2-40B4-BE49-F238E27FC236}">
                <a16:creationId xmlns:a16="http://schemas.microsoft.com/office/drawing/2014/main" id="{7D633F00-464B-3088-812A-40496FD1021A}"/>
              </a:ext>
            </a:extLst>
          </p:cNvPr>
          <p:cNvSpPr>
            <a:spLocks noGrp="1"/>
          </p:cNvSpPr>
          <p:nvPr>
            <p:ph sz="quarter" idx="13"/>
          </p:nvPr>
        </p:nvSpPr>
        <p:spPr>
          <a:xfrm>
            <a:off x="3764280" y="3337560"/>
            <a:ext cx="4663440" cy="1645920"/>
          </a:xfrm>
        </p:spPr>
        <p:txBody>
          <a:bodyPr rtlCol="0"/>
          <a:lstStyle>
            <a:lvl1pPr marL="0" indent="0" algn="ctr">
              <a:buNone/>
              <a:defRPr/>
            </a:lvl1pPr>
            <a:lvl2pPr marL="228600" indent="0" algn="ctr">
              <a:buNone/>
              <a:defRPr/>
            </a:lvl2pPr>
            <a:lvl3pPr marL="457200" indent="0" algn="ctr">
              <a:buNone/>
              <a:defRPr/>
            </a:lvl3pPr>
            <a:lvl4pPr marL="685800" indent="0" algn="ctr">
              <a:buNone/>
              <a:defRPr/>
            </a:lvl4pPr>
            <a:lvl5pPr marL="914400" indent="0" algn="ctr">
              <a:buNone/>
              <a:defRPr/>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
        <p:nvSpPr>
          <p:cNvPr id="4" name="Espaço Reservado para Data 3">
            <a:extLst>
              <a:ext uri="{FF2B5EF4-FFF2-40B4-BE49-F238E27FC236}">
                <a16:creationId xmlns:a16="http://schemas.microsoft.com/office/drawing/2014/main" id="{0B9485D1-E172-8F0A-A425-3097B3ABCFB4}"/>
              </a:ext>
            </a:extLst>
          </p:cNvPr>
          <p:cNvSpPr>
            <a:spLocks noGrp="1"/>
          </p:cNvSpPr>
          <p:nvPr>
            <p:ph type="dt" sz="half" idx="10"/>
          </p:nvPr>
        </p:nvSpPr>
        <p:spPr/>
        <p:txBody>
          <a:bodyPr rtlCol="0"/>
          <a:lstStyle/>
          <a:p>
            <a:pPr rtl="0"/>
            <a:r>
              <a:rPr lang="en-US"/>
              <a:t>10/8/2025</a:t>
            </a:r>
            <a:endParaRPr lang="en-US" dirty="0"/>
          </a:p>
        </p:txBody>
      </p:sp>
      <p:sp>
        <p:nvSpPr>
          <p:cNvPr id="5" name="Espaço Reservado para Rodapé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lstStyle/>
          <a:p>
            <a:pPr rtl="0"/>
            <a:r>
              <a:rPr lang="pt-br"/>
              <a:t>Exemplo de Texto de Rodapé</a:t>
            </a:r>
          </a:p>
        </p:txBody>
      </p:sp>
      <p:sp>
        <p:nvSpPr>
          <p:cNvPr id="6" name="Espaço Reservado para o Número do Slide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p>
            <a:pPr rtl="0"/>
            <a:fld id="{CC057153-B650-4DEB-B370-79DDCFDCE934}" type="slidenum">
              <a:rPr lang="en-US" smtClean="0"/>
              <a:t>‹nº›</a:t>
            </a:fld>
            <a:endParaRPr lang="en-US" dirty="0"/>
          </a:p>
        </p:txBody>
      </p:sp>
      <p:sp>
        <p:nvSpPr>
          <p:cNvPr id="3" name="Retângulo 2">
            <a:extLst>
              <a:ext uri="{FF2B5EF4-FFF2-40B4-BE49-F238E27FC236}">
                <a16:creationId xmlns:a16="http://schemas.microsoft.com/office/drawing/2014/main" id="{B513DBF3-4834-1A3D-F4D5-6A81E4273385}"/>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Tree>
    <p:extLst>
      <p:ext uri="{BB962C8B-B14F-4D97-AF65-F5344CB8AC3E}">
        <p14:creationId xmlns:p14="http://schemas.microsoft.com/office/powerpoint/2010/main" val="23789585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údo 3">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832104" y="2258568"/>
            <a:ext cx="3493008" cy="3465576"/>
          </a:xfrm>
        </p:spPr>
        <p:txBody>
          <a:bodyPr rtlCol="0">
            <a:normAutofit/>
          </a:bodyPr>
          <a:lstStyle>
            <a:lvl1pPr>
              <a:defRPr sz="3600"/>
            </a:lvl1pPr>
          </a:lstStyle>
          <a:p>
            <a:pPr rtl="0"/>
            <a:r>
              <a:rPr lang="pt-br"/>
              <a:t>Clique para editar o estilo de título Mestre</a:t>
            </a:r>
          </a:p>
        </p:txBody>
      </p:sp>
      <p:sp>
        <p:nvSpPr>
          <p:cNvPr id="8" name="Espaço Reservado para Conteúdo 7">
            <a:extLst>
              <a:ext uri="{FF2B5EF4-FFF2-40B4-BE49-F238E27FC236}">
                <a16:creationId xmlns:a16="http://schemas.microsoft.com/office/drawing/2014/main" id="{D42D62A0-8127-CE86-0633-0D65E1E136F7}"/>
              </a:ext>
            </a:extLst>
          </p:cNvPr>
          <p:cNvSpPr>
            <a:spLocks noGrp="1"/>
          </p:cNvSpPr>
          <p:nvPr>
            <p:ph sz="quarter" idx="13"/>
          </p:nvPr>
        </p:nvSpPr>
        <p:spPr>
          <a:xfrm>
            <a:off x="5519738" y="2254250"/>
            <a:ext cx="4956175" cy="3465576"/>
          </a:xfrm>
        </p:spPr>
        <p:txBody>
          <a:bodyPr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
        <p:nvSpPr>
          <p:cNvPr id="4" name="Espaço Reservado para Data 3">
            <a:extLst>
              <a:ext uri="{FF2B5EF4-FFF2-40B4-BE49-F238E27FC236}">
                <a16:creationId xmlns:a16="http://schemas.microsoft.com/office/drawing/2014/main" id="{0B9485D1-E172-8F0A-A425-3097B3ABCFB4}"/>
              </a:ext>
            </a:extLst>
          </p:cNvPr>
          <p:cNvSpPr>
            <a:spLocks noGrp="1"/>
          </p:cNvSpPr>
          <p:nvPr>
            <p:ph type="dt" sz="half" idx="10"/>
          </p:nvPr>
        </p:nvSpPr>
        <p:spPr/>
        <p:txBody>
          <a:bodyPr rtlCol="0"/>
          <a:lstStyle/>
          <a:p>
            <a:pPr rtl="0"/>
            <a:r>
              <a:rPr lang="en-US"/>
              <a:t>10/8/2025</a:t>
            </a:r>
            <a:endParaRPr lang="en-US" dirty="0"/>
          </a:p>
        </p:txBody>
      </p:sp>
      <p:sp>
        <p:nvSpPr>
          <p:cNvPr id="5" name="Espaço Reservado para Rodapé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lstStyle/>
          <a:p>
            <a:pPr rtl="0"/>
            <a:r>
              <a:rPr lang="pt-br"/>
              <a:t>Exemplo de Texto de Rodapé</a:t>
            </a:r>
          </a:p>
        </p:txBody>
      </p:sp>
      <p:sp>
        <p:nvSpPr>
          <p:cNvPr id="6" name="Espaço Reservado para o Número do Slide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p>
            <a:pPr rtl="0"/>
            <a:fld id="{CC057153-B650-4DEB-B370-79DDCFDCE934}" type="slidenum">
              <a:rPr lang="en-US" smtClean="0"/>
              <a:t>‹nº›</a:t>
            </a:fld>
            <a:endParaRPr lang="en-US" dirty="0"/>
          </a:p>
        </p:txBody>
      </p:sp>
      <p:sp>
        <p:nvSpPr>
          <p:cNvPr id="3" name="Retângulo 2">
            <a:extLst>
              <a:ext uri="{FF2B5EF4-FFF2-40B4-BE49-F238E27FC236}">
                <a16:creationId xmlns:a16="http://schemas.microsoft.com/office/drawing/2014/main" id="{24955F4A-423A-5B89-7048-7BF27C7621C6}"/>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Tree>
    <p:extLst>
      <p:ext uri="{BB962C8B-B14F-4D97-AF65-F5344CB8AC3E}">
        <p14:creationId xmlns:p14="http://schemas.microsoft.com/office/powerpoint/2010/main" val="28907716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údo 4">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833582" y="1537853"/>
            <a:ext cx="3922776" cy="4087368"/>
          </a:xfrm>
        </p:spPr>
        <p:txBody>
          <a:bodyPr rtlCol="0">
            <a:normAutofit/>
          </a:bodyPr>
          <a:lstStyle>
            <a:lvl1pPr>
              <a:defRPr sz="3600"/>
            </a:lvl1pPr>
          </a:lstStyle>
          <a:p>
            <a:pPr rtl="0"/>
            <a:r>
              <a:rPr lang="pt-br"/>
              <a:t>Clique para editar o estilo de título Mestre</a:t>
            </a:r>
          </a:p>
        </p:txBody>
      </p:sp>
      <p:sp>
        <p:nvSpPr>
          <p:cNvPr id="8" name="Espaço Reservado para Conteúdo 7">
            <a:extLst>
              <a:ext uri="{FF2B5EF4-FFF2-40B4-BE49-F238E27FC236}">
                <a16:creationId xmlns:a16="http://schemas.microsoft.com/office/drawing/2014/main" id="{FFB4667A-FE47-8556-FD3A-55FDBA801D76}"/>
              </a:ext>
            </a:extLst>
          </p:cNvPr>
          <p:cNvSpPr>
            <a:spLocks noGrp="1"/>
          </p:cNvSpPr>
          <p:nvPr>
            <p:ph sz="quarter" idx="13"/>
          </p:nvPr>
        </p:nvSpPr>
        <p:spPr>
          <a:xfrm>
            <a:off x="4943475" y="1538288"/>
            <a:ext cx="6404229" cy="4087368"/>
          </a:xfrm>
        </p:spPr>
        <p:txBody>
          <a:bodyPr rtlCol="0"/>
          <a:lstStyle>
            <a:lvl1pPr>
              <a:defRPr sz="1400"/>
            </a:lvl1pPr>
            <a:lvl2pPr>
              <a:defRPr sz="1400"/>
            </a:lvl2pPr>
            <a:lvl3pPr>
              <a:defRPr sz="1400"/>
            </a:lvl3pPr>
            <a:lvl4pPr>
              <a:defRPr sz="1400"/>
            </a:lvl4pPr>
            <a:lvl5pPr>
              <a:defRPr sz="1400"/>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
        <p:nvSpPr>
          <p:cNvPr id="4" name="Espaço Reservado para Data 3">
            <a:extLst>
              <a:ext uri="{FF2B5EF4-FFF2-40B4-BE49-F238E27FC236}">
                <a16:creationId xmlns:a16="http://schemas.microsoft.com/office/drawing/2014/main" id="{0B9485D1-E172-8F0A-A425-3097B3ABCFB4}"/>
              </a:ext>
            </a:extLst>
          </p:cNvPr>
          <p:cNvSpPr>
            <a:spLocks noGrp="1"/>
          </p:cNvSpPr>
          <p:nvPr>
            <p:ph type="dt" sz="half" idx="10"/>
          </p:nvPr>
        </p:nvSpPr>
        <p:spPr/>
        <p:txBody>
          <a:bodyPr rtlCol="0"/>
          <a:lstStyle/>
          <a:p>
            <a:pPr rtl="0"/>
            <a:r>
              <a:rPr lang="en-US"/>
              <a:t>10/8/2025</a:t>
            </a:r>
            <a:endParaRPr lang="en-US" dirty="0"/>
          </a:p>
        </p:txBody>
      </p:sp>
      <p:sp>
        <p:nvSpPr>
          <p:cNvPr id="5" name="Espaço Reservado para Rodapé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lstStyle/>
          <a:p>
            <a:pPr rtl="0"/>
            <a:r>
              <a:rPr lang="pt-br"/>
              <a:t>Exemplo de Texto de Rodapé</a:t>
            </a:r>
          </a:p>
        </p:txBody>
      </p:sp>
      <p:sp>
        <p:nvSpPr>
          <p:cNvPr id="6" name="Espaço Reservado para o Número do Slide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p>
            <a:pPr rtl="0"/>
            <a:fld id="{CC057153-B650-4DEB-B370-79DDCFDCE934}" type="slidenum">
              <a:rPr lang="en-US" smtClean="0"/>
              <a:t>‹nº›</a:t>
            </a:fld>
            <a:endParaRPr lang="en-US" dirty="0"/>
          </a:p>
        </p:txBody>
      </p:sp>
      <p:sp>
        <p:nvSpPr>
          <p:cNvPr id="3" name="Retângulo 2">
            <a:extLst>
              <a:ext uri="{FF2B5EF4-FFF2-40B4-BE49-F238E27FC236}">
                <a16:creationId xmlns:a16="http://schemas.microsoft.com/office/drawing/2014/main" id="{E1ADE99A-A1BB-22F1-AAC4-B9657638A2B1}"/>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Tree>
    <p:extLst>
      <p:ext uri="{BB962C8B-B14F-4D97-AF65-F5344CB8AC3E}">
        <p14:creationId xmlns:p14="http://schemas.microsoft.com/office/powerpoint/2010/main" val="162171915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údo 5">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832104" y="832104"/>
            <a:ext cx="3493008" cy="4940661"/>
          </a:xfrm>
        </p:spPr>
        <p:txBody>
          <a:bodyPr rtlCol="0">
            <a:normAutofit/>
          </a:bodyPr>
          <a:lstStyle>
            <a:lvl1pPr>
              <a:defRPr sz="3600"/>
            </a:lvl1pPr>
          </a:lstStyle>
          <a:p>
            <a:pPr rtl="0"/>
            <a:r>
              <a:rPr lang="pt-br"/>
              <a:t>Clique para editar o estilo de título Mestre</a:t>
            </a:r>
          </a:p>
        </p:txBody>
      </p:sp>
      <p:sp>
        <p:nvSpPr>
          <p:cNvPr id="8" name="Espaço Reservado para Conteúdo 7">
            <a:extLst>
              <a:ext uri="{FF2B5EF4-FFF2-40B4-BE49-F238E27FC236}">
                <a16:creationId xmlns:a16="http://schemas.microsoft.com/office/drawing/2014/main" id="{C6F072A2-EBC7-B7EA-DA98-BAC0AA46E7A4}"/>
              </a:ext>
            </a:extLst>
          </p:cNvPr>
          <p:cNvSpPr>
            <a:spLocks noGrp="1"/>
          </p:cNvSpPr>
          <p:nvPr>
            <p:ph sz="quarter" idx="13"/>
          </p:nvPr>
        </p:nvSpPr>
        <p:spPr>
          <a:xfrm>
            <a:off x="4572000" y="832104"/>
            <a:ext cx="6775704" cy="4937760"/>
          </a:xfrm>
        </p:spPr>
        <p:txBody>
          <a:bodyPr rtlCol="0"/>
          <a:lstStyle>
            <a:lvl1pPr>
              <a:defRPr sz="1400"/>
            </a:lvl1pPr>
            <a:lvl2pPr>
              <a:defRPr sz="1400"/>
            </a:lvl2pPr>
            <a:lvl3pPr>
              <a:defRPr sz="1400"/>
            </a:lvl3pPr>
            <a:lvl4pPr>
              <a:defRPr sz="1400"/>
            </a:lvl4pPr>
            <a:lvl5pPr>
              <a:defRPr sz="1400"/>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
        <p:nvSpPr>
          <p:cNvPr id="4" name="Espaço Reservado para Data 3">
            <a:extLst>
              <a:ext uri="{FF2B5EF4-FFF2-40B4-BE49-F238E27FC236}">
                <a16:creationId xmlns:a16="http://schemas.microsoft.com/office/drawing/2014/main" id="{0B9485D1-E172-8F0A-A425-3097B3ABCFB4}"/>
              </a:ext>
            </a:extLst>
          </p:cNvPr>
          <p:cNvSpPr>
            <a:spLocks noGrp="1"/>
          </p:cNvSpPr>
          <p:nvPr>
            <p:ph type="dt" sz="half" idx="10"/>
          </p:nvPr>
        </p:nvSpPr>
        <p:spPr/>
        <p:txBody>
          <a:bodyPr rtlCol="0"/>
          <a:lstStyle/>
          <a:p>
            <a:pPr rtl="0"/>
            <a:r>
              <a:rPr lang="en-US"/>
              <a:t>10/8/2025</a:t>
            </a:r>
            <a:endParaRPr lang="en-US" dirty="0"/>
          </a:p>
        </p:txBody>
      </p:sp>
      <p:sp>
        <p:nvSpPr>
          <p:cNvPr id="5" name="Espaço Reservado para Rodapé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lstStyle/>
          <a:p>
            <a:pPr rtl="0"/>
            <a:r>
              <a:rPr lang="pt-br"/>
              <a:t>Exemplo de Texto de Rodapé</a:t>
            </a:r>
          </a:p>
        </p:txBody>
      </p:sp>
      <p:sp>
        <p:nvSpPr>
          <p:cNvPr id="6" name="Espaço Reservado para o Número do Slide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p>
            <a:pPr rtl="0"/>
            <a:fld id="{CC057153-B650-4DEB-B370-79DDCFDCE934}" type="slidenum">
              <a:rPr lang="en-US" smtClean="0"/>
              <a:t>‹nº›</a:t>
            </a:fld>
            <a:endParaRPr lang="en-US" dirty="0"/>
          </a:p>
        </p:txBody>
      </p:sp>
      <p:sp>
        <p:nvSpPr>
          <p:cNvPr id="3" name="Retângulo 2">
            <a:extLst>
              <a:ext uri="{FF2B5EF4-FFF2-40B4-BE49-F238E27FC236}">
                <a16:creationId xmlns:a16="http://schemas.microsoft.com/office/drawing/2014/main" id="{9EDAA8DC-86CE-2734-E308-CBA3FA9B61FB}"/>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Tree>
    <p:extLst>
      <p:ext uri="{BB962C8B-B14F-4D97-AF65-F5344CB8AC3E}">
        <p14:creationId xmlns:p14="http://schemas.microsoft.com/office/powerpoint/2010/main" val="225647209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údo 6">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832104" y="832104"/>
            <a:ext cx="2834640" cy="5120640"/>
          </a:xfrm>
        </p:spPr>
        <p:txBody>
          <a:bodyPr rtlCol="0">
            <a:normAutofit/>
          </a:bodyPr>
          <a:lstStyle>
            <a:lvl1pPr>
              <a:defRPr sz="3600"/>
            </a:lvl1pPr>
          </a:lstStyle>
          <a:p>
            <a:pPr rtl="0"/>
            <a:r>
              <a:rPr lang="pt-br"/>
              <a:t>Clique para editar o estilo de título Mestre</a:t>
            </a:r>
          </a:p>
        </p:txBody>
      </p:sp>
      <p:sp>
        <p:nvSpPr>
          <p:cNvPr id="8" name="Espaço Reservado para Conteúdo 7">
            <a:extLst>
              <a:ext uri="{FF2B5EF4-FFF2-40B4-BE49-F238E27FC236}">
                <a16:creationId xmlns:a16="http://schemas.microsoft.com/office/drawing/2014/main" id="{8C71126E-AEFA-B45A-CD39-AC1315E03339}"/>
              </a:ext>
            </a:extLst>
          </p:cNvPr>
          <p:cNvSpPr>
            <a:spLocks noGrp="1"/>
          </p:cNvSpPr>
          <p:nvPr>
            <p:ph sz="quarter" idx="13"/>
          </p:nvPr>
        </p:nvSpPr>
        <p:spPr>
          <a:xfrm>
            <a:off x="3957638" y="832104"/>
            <a:ext cx="7362634" cy="5513832"/>
          </a:xfrm>
        </p:spPr>
        <p:txBody>
          <a:bodyPr rtlCol="0"/>
          <a:lstStyle>
            <a:lvl1pPr>
              <a:defRPr sz="1400"/>
            </a:lvl1pPr>
            <a:lvl2pPr>
              <a:defRPr sz="1400"/>
            </a:lvl2pPr>
            <a:lvl3pPr>
              <a:defRPr sz="1400"/>
            </a:lvl3pPr>
            <a:lvl4pPr>
              <a:defRPr sz="1400"/>
            </a:lvl4pPr>
            <a:lvl5pPr>
              <a:defRPr sz="1400"/>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
        <p:nvSpPr>
          <p:cNvPr id="4" name="Espaço Reservado para Data 3">
            <a:extLst>
              <a:ext uri="{FF2B5EF4-FFF2-40B4-BE49-F238E27FC236}">
                <a16:creationId xmlns:a16="http://schemas.microsoft.com/office/drawing/2014/main" id="{0B9485D1-E172-8F0A-A425-3097B3ABCFB4}"/>
              </a:ext>
            </a:extLst>
          </p:cNvPr>
          <p:cNvSpPr>
            <a:spLocks noGrp="1"/>
          </p:cNvSpPr>
          <p:nvPr>
            <p:ph type="dt" sz="half" idx="10"/>
          </p:nvPr>
        </p:nvSpPr>
        <p:spPr/>
        <p:txBody>
          <a:bodyPr rtlCol="0"/>
          <a:lstStyle/>
          <a:p>
            <a:pPr rtl="0"/>
            <a:r>
              <a:rPr lang="en-US"/>
              <a:t>10/8/2025</a:t>
            </a:r>
            <a:endParaRPr lang="en-US" dirty="0"/>
          </a:p>
        </p:txBody>
      </p:sp>
      <p:sp>
        <p:nvSpPr>
          <p:cNvPr id="5" name="Espaço Reservado para Rodapé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lstStyle/>
          <a:p>
            <a:pPr rtl="0"/>
            <a:r>
              <a:rPr lang="pt-br"/>
              <a:t>Exemplo de Texto de Rodapé</a:t>
            </a:r>
          </a:p>
        </p:txBody>
      </p:sp>
      <p:sp>
        <p:nvSpPr>
          <p:cNvPr id="6" name="Espaço Reservado para o Número do Slide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p>
            <a:pPr rtl="0"/>
            <a:fld id="{CC057153-B650-4DEB-B370-79DDCFDCE934}" type="slidenum">
              <a:rPr lang="en-US" smtClean="0"/>
              <a:t>‹nº›</a:t>
            </a:fld>
            <a:endParaRPr lang="en-US" dirty="0"/>
          </a:p>
        </p:txBody>
      </p:sp>
      <p:sp>
        <p:nvSpPr>
          <p:cNvPr id="3" name="Retângulo 2">
            <a:extLst>
              <a:ext uri="{FF2B5EF4-FFF2-40B4-BE49-F238E27FC236}">
                <a16:creationId xmlns:a16="http://schemas.microsoft.com/office/drawing/2014/main" id="{31615947-AD9C-F5FA-B88C-990D02D3AF2A}"/>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Tree>
    <p:extLst>
      <p:ext uri="{BB962C8B-B14F-4D97-AF65-F5344CB8AC3E}">
        <p14:creationId xmlns:p14="http://schemas.microsoft.com/office/powerpoint/2010/main" val="351041421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údo 7">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614172" y="615287"/>
            <a:ext cx="10963656" cy="640080"/>
          </a:xfrm>
        </p:spPr>
        <p:txBody>
          <a:bodyPr rtlCol="0">
            <a:normAutofit/>
          </a:bodyPr>
          <a:lstStyle>
            <a:lvl1pPr>
              <a:defRPr sz="3600"/>
            </a:lvl1pPr>
          </a:lstStyle>
          <a:p>
            <a:pPr rtl="0"/>
            <a:r>
              <a:rPr lang="pt-br"/>
              <a:t>Clique para editar o estilo de título Mestre</a:t>
            </a:r>
          </a:p>
        </p:txBody>
      </p:sp>
      <p:sp>
        <p:nvSpPr>
          <p:cNvPr id="8" name="Espaço Reservado para Conteúdo 7">
            <a:extLst>
              <a:ext uri="{FF2B5EF4-FFF2-40B4-BE49-F238E27FC236}">
                <a16:creationId xmlns:a16="http://schemas.microsoft.com/office/drawing/2014/main" id="{8C71126E-AEFA-B45A-CD39-AC1315E03339}"/>
              </a:ext>
            </a:extLst>
          </p:cNvPr>
          <p:cNvSpPr>
            <a:spLocks noGrp="1"/>
          </p:cNvSpPr>
          <p:nvPr>
            <p:ph sz="quarter" idx="13"/>
          </p:nvPr>
        </p:nvSpPr>
        <p:spPr>
          <a:xfrm>
            <a:off x="614172" y="1255367"/>
            <a:ext cx="10963656" cy="4946904"/>
          </a:xfrm>
        </p:spPr>
        <p:txBody>
          <a:bodyPr rtlCol="0"/>
          <a:lstStyle>
            <a:lvl1pPr>
              <a:defRPr sz="1400"/>
            </a:lvl1pPr>
            <a:lvl2pPr>
              <a:defRPr sz="1400"/>
            </a:lvl2pPr>
            <a:lvl3pPr>
              <a:defRPr sz="1400"/>
            </a:lvl3pPr>
            <a:lvl4pPr>
              <a:defRPr sz="1400"/>
            </a:lvl4pPr>
            <a:lvl5pPr>
              <a:defRPr sz="1400"/>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
        <p:nvSpPr>
          <p:cNvPr id="3" name="Retângulo 2">
            <a:extLst>
              <a:ext uri="{FF2B5EF4-FFF2-40B4-BE49-F238E27FC236}">
                <a16:creationId xmlns:a16="http://schemas.microsoft.com/office/drawing/2014/main" id="{31615947-AD9C-F5FA-B88C-990D02D3AF2A}"/>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7" name="Espaço Reservado para Data 6">
            <a:extLst>
              <a:ext uri="{FF2B5EF4-FFF2-40B4-BE49-F238E27FC236}">
                <a16:creationId xmlns:a16="http://schemas.microsoft.com/office/drawing/2014/main" id="{253C0EE3-FE78-FEE2-1C03-69EF2436C5E6}"/>
              </a:ext>
            </a:extLst>
          </p:cNvPr>
          <p:cNvSpPr>
            <a:spLocks noGrp="1"/>
          </p:cNvSpPr>
          <p:nvPr>
            <p:ph type="dt" sz="half" idx="14"/>
          </p:nvPr>
        </p:nvSpPr>
        <p:spPr/>
        <p:txBody>
          <a:bodyPr rtlCol="0"/>
          <a:lstStyle/>
          <a:p>
            <a:pPr rtl="0"/>
            <a:r>
              <a:rPr lang="en-US"/>
              <a:t>10/8/2025</a:t>
            </a:r>
            <a:endParaRPr lang="en-US" dirty="0"/>
          </a:p>
        </p:txBody>
      </p:sp>
      <p:sp>
        <p:nvSpPr>
          <p:cNvPr id="9" name="Espaço Reservado para Rodapé 8">
            <a:extLst>
              <a:ext uri="{FF2B5EF4-FFF2-40B4-BE49-F238E27FC236}">
                <a16:creationId xmlns:a16="http://schemas.microsoft.com/office/drawing/2014/main" id="{0681E699-A9DC-6ADB-B033-12F132D21DFE}"/>
              </a:ext>
            </a:extLst>
          </p:cNvPr>
          <p:cNvSpPr>
            <a:spLocks noGrp="1"/>
          </p:cNvSpPr>
          <p:nvPr>
            <p:ph type="ftr" sz="quarter" idx="15"/>
          </p:nvPr>
        </p:nvSpPr>
        <p:spPr/>
        <p:txBody>
          <a:bodyPr rtlCol="0"/>
          <a:lstStyle/>
          <a:p>
            <a:pPr rtl="0"/>
            <a:r>
              <a:rPr lang="pt-br"/>
              <a:t>Amostra de Texto de Rodapé</a:t>
            </a:r>
            <a:endParaRPr lang="en-US" dirty="0"/>
          </a:p>
        </p:txBody>
      </p:sp>
      <p:sp>
        <p:nvSpPr>
          <p:cNvPr id="10" name="Espaço Reservado para o Número do Slide 9">
            <a:extLst>
              <a:ext uri="{FF2B5EF4-FFF2-40B4-BE49-F238E27FC236}">
                <a16:creationId xmlns:a16="http://schemas.microsoft.com/office/drawing/2014/main" id="{043B6FDC-9009-70D8-0C26-1572C9670082}"/>
              </a:ext>
            </a:extLst>
          </p:cNvPr>
          <p:cNvSpPr>
            <a:spLocks noGrp="1"/>
          </p:cNvSpPr>
          <p:nvPr>
            <p:ph type="sldNum" sz="quarter" idx="16"/>
          </p:nvPr>
        </p:nvSpPr>
        <p:spPr/>
        <p:txBody>
          <a:bodyPr rtlCol="0"/>
          <a:lstStyle/>
          <a:p>
            <a:pPr rtl="0"/>
            <a:fld id="{CC057153-B650-4DEB-B370-79DDCFDCE934}" type="slidenum">
              <a:rPr lang="en-US" smtClean="0"/>
              <a:pPr rtl="0"/>
              <a:t>‹nº›</a:t>
            </a:fld>
            <a:endParaRPr lang="en-US" dirty="0"/>
          </a:p>
        </p:txBody>
      </p:sp>
    </p:spTree>
    <p:extLst>
      <p:ext uri="{BB962C8B-B14F-4D97-AF65-F5344CB8AC3E}">
        <p14:creationId xmlns:p14="http://schemas.microsoft.com/office/powerpoint/2010/main" val="416837481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údo com Imagem">
    <p:spTree>
      <p:nvGrpSpPr>
        <p:cNvPr id="1" name=""/>
        <p:cNvGrpSpPr/>
        <p:nvPr/>
      </p:nvGrpSpPr>
      <p:grpSpPr>
        <a:xfrm>
          <a:off x="0" y="0"/>
          <a:ext cx="0" cy="0"/>
          <a:chOff x="0" y="0"/>
          <a:chExt cx="0" cy="0"/>
        </a:xfrm>
      </p:grpSpPr>
      <p:sp>
        <p:nvSpPr>
          <p:cNvPr id="19" name="Título 1">
            <a:extLst>
              <a:ext uri="{FF2B5EF4-FFF2-40B4-BE49-F238E27FC236}">
                <a16:creationId xmlns:a16="http://schemas.microsoft.com/office/drawing/2014/main" id="{ADE08559-D5C4-B55F-FEE7-A549DCB41B2C}"/>
              </a:ext>
            </a:extLst>
          </p:cNvPr>
          <p:cNvSpPr>
            <a:spLocks noGrp="1"/>
          </p:cNvSpPr>
          <p:nvPr>
            <p:ph type="title"/>
          </p:nvPr>
        </p:nvSpPr>
        <p:spPr>
          <a:xfrm>
            <a:off x="795528" y="839871"/>
            <a:ext cx="3063240" cy="1527048"/>
          </a:xfrm>
        </p:spPr>
        <p:txBody>
          <a:bodyPr rtlCol="0" anchor="b">
            <a:normAutofit/>
          </a:bodyPr>
          <a:lstStyle>
            <a:lvl1pPr>
              <a:defRPr sz="3200"/>
            </a:lvl1pPr>
          </a:lstStyle>
          <a:p>
            <a:pPr rtl="0"/>
            <a:r>
              <a:rPr lang="pt-br"/>
              <a:t>Clique para editar o estilo de título Mestre</a:t>
            </a:r>
          </a:p>
        </p:txBody>
      </p:sp>
      <p:sp>
        <p:nvSpPr>
          <p:cNvPr id="4" name="Retângulo 3">
            <a:extLst>
              <a:ext uri="{FF2B5EF4-FFF2-40B4-BE49-F238E27FC236}">
                <a16:creationId xmlns:a16="http://schemas.microsoft.com/office/drawing/2014/main" id="{F4B5FEEF-AA1C-DF09-81DC-C263DDF653CF}"/>
              </a:ext>
            </a:extLst>
          </p:cNvPr>
          <p:cNvSpPr/>
          <p:nvPr userDrawn="1"/>
        </p:nvSpPr>
        <p:spPr>
          <a:xfrm>
            <a:off x="337457" y="351065"/>
            <a:ext cx="3941064"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18" name="Espaço Reservado para Conteúdo 7">
            <a:extLst>
              <a:ext uri="{FF2B5EF4-FFF2-40B4-BE49-F238E27FC236}">
                <a16:creationId xmlns:a16="http://schemas.microsoft.com/office/drawing/2014/main" id="{35C596C1-39CE-99AF-B795-8ADB489A7DD9}"/>
              </a:ext>
            </a:extLst>
          </p:cNvPr>
          <p:cNvSpPr>
            <a:spLocks noGrp="1"/>
          </p:cNvSpPr>
          <p:nvPr>
            <p:ph sz="quarter" idx="14"/>
          </p:nvPr>
        </p:nvSpPr>
        <p:spPr>
          <a:xfrm>
            <a:off x="795527" y="2665215"/>
            <a:ext cx="3063240" cy="3377753"/>
          </a:xfrm>
        </p:spPr>
        <p:txBody>
          <a:bodyPr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
        <p:nvSpPr>
          <p:cNvPr id="2" name="Espaço Reservado para Imagem 10">
            <a:extLst>
              <a:ext uri="{FF2B5EF4-FFF2-40B4-BE49-F238E27FC236}">
                <a16:creationId xmlns:a16="http://schemas.microsoft.com/office/drawing/2014/main" id="{AE6DCEAB-84EB-B279-E311-AD2445A96CBF}"/>
              </a:ext>
            </a:extLst>
          </p:cNvPr>
          <p:cNvSpPr>
            <a:spLocks noGrp="1"/>
          </p:cNvSpPr>
          <p:nvPr>
            <p:ph type="pic" sz="quarter" idx="18" hasCustomPrompt="1"/>
          </p:nvPr>
        </p:nvSpPr>
        <p:spPr>
          <a:xfrm>
            <a:off x="4408575" y="365760"/>
            <a:ext cx="7424928" cy="6135624"/>
          </a:xfrm>
          <a:blipFill>
            <a:blip r:embed="rId2">
              <a:alphaModFix amt="70000"/>
              <a:extLst>
                <a:ext uri="{28A0092B-C50C-407E-A947-70E740481C1C}">
                  <a14:useLocalDpi xmlns:a14="http://schemas.microsoft.com/office/drawing/2010/main" val="0"/>
                </a:ext>
              </a:extLst>
            </a:blip>
            <a:stretch>
              <a:fillRect/>
            </a:stretch>
          </a:blipFill>
          <a:ln w="19050">
            <a:noFill/>
            <a:miter lim="800000"/>
          </a:ln>
        </p:spPr>
        <p:txBody>
          <a:bodyPr rtlCol="0"/>
          <a:lstStyle>
            <a:lvl1pPr marL="0" indent="0">
              <a:buNone/>
              <a:defRPr/>
            </a:lvl1pPr>
          </a:lstStyle>
          <a:p>
            <a:pPr rtl="0"/>
            <a:r>
              <a:rPr lang="pt-br"/>
              <a:t> </a:t>
            </a:r>
          </a:p>
        </p:txBody>
      </p:sp>
      <p:sp>
        <p:nvSpPr>
          <p:cNvPr id="6" name="Retângulo 5">
            <a:extLst>
              <a:ext uri="{FF2B5EF4-FFF2-40B4-BE49-F238E27FC236}">
                <a16:creationId xmlns:a16="http://schemas.microsoft.com/office/drawing/2014/main" id="{85239BDE-DD79-5CB8-2F90-0AED70B4C2F7}"/>
              </a:ext>
            </a:extLst>
          </p:cNvPr>
          <p:cNvSpPr/>
          <p:nvPr userDrawn="1"/>
        </p:nvSpPr>
        <p:spPr>
          <a:xfrm>
            <a:off x="4408575" y="351065"/>
            <a:ext cx="7440673" cy="615587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3" name="Espaço Reservado para Data 2">
            <a:extLst>
              <a:ext uri="{FF2B5EF4-FFF2-40B4-BE49-F238E27FC236}">
                <a16:creationId xmlns:a16="http://schemas.microsoft.com/office/drawing/2014/main" id="{7C1037C4-D7CB-E822-E47E-57790F243FD1}"/>
              </a:ext>
            </a:extLst>
          </p:cNvPr>
          <p:cNvSpPr>
            <a:spLocks noGrp="1"/>
          </p:cNvSpPr>
          <p:nvPr>
            <p:ph type="dt" sz="half" idx="19"/>
          </p:nvPr>
        </p:nvSpPr>
        <p:spPr/>
        <p:txBody>
          <a:bodyPr rtlCol="0"/>
          <a:lstStyle/>
          <a:p>
            <a:pPr rtl="0"/>
            <a:r>
              <a:rPr lang="en-US"/>
              <a:t>10/8/2025</a:t>
            </a:r>
            <a:endParaRPr lang="en-US" dirty="0"/>
          </a:p>
        </p:txBody>
      </p:sp>
      <p:sp>
        <p:nvSpPr>
          <p:cNvPr id="5" name="Espaço Reservado para Rodapé 4">
            <a:extLst>
              <a:ext uri="{FF2B5EF4-FFF2-40B4-BE49-F238E27FC236}">
                <a16:creationId xmlns:a16="http://schemas.microsoft.com/office/drawing/2014/main" id="{8135CE1D-F6D3-A8A3-782F-E5E88CCE35F5}"/>
              </a:ext>
            </a:extLst>
          </p:cNvPr>
          <p:cNvSpPr>
            <a:spLocks noGrp="1"/>
          </p:cNvSpPr>
          <p:nvPr>
            <p:ph type="ftr" sz="quarter" idx="20"/>
          </p:nvPr>
        </p:nvSpPr>
        <p:spPr/>
        <p:txBody>
          <a:bodyPr rtlCol="0"/>
          <a:lstStyle/>
          <a:p>
            <a:pPr rtl="0"/>
            <a:r>
              <a:rPr lang="pt-br"/>
              <a:t>Amostra de Texto de Rodapé</a:t>
            </a:r>
            <a:endParaRPr lang="en-US" dirty="0"/>
          </a:p>
        </p:txBody>
      </p:sp>
      <p:sp>
        <p:nvSpPr>
          <p:cNvPr id="7" name="Espaço Reservado para o Número do Slide 6">
            <a:extLst>
              <a:ext uri="{FF2B5EF4-FFF2-40B4-BE49-F238E27FC236}">
                <a16:creationId xmlns:a16="http://schemas.microsoft.com/office/drawing/2014/main" id="{9646B925-EE67-154D-EB15-4D346059F95B}"/>
              </a:ext>
            </a:extLst>
          </p:cNvPr>
          <p:cNvSpPr>
            <a:spLocks noGrp="1"/>
          </p:cNvSpPr>
          <p:nvPr>
            <p:ph type="sldNum" sz="quarter" idx="21"/>
          </p:nvPr>
        </p:nvSpPr>
        <p:spPr/>
        <p:txBody>
          <a:bodyPr rtlCol="0"/>
          <a:lstStyle/>
          <a:p>
            <a:pPr rtl="0"/>
            <a:fld id="{CC057153-B650-4DEB-B370-79DDCFDCE934}" type="slidenum">
              <a:rPr lang="en-US" smtClean="0"/>
              <a:pPr rtl="0"/>
              <a:t>‹nº›</a:t>
            </a:fld>
            <a:endParaRPr lang="en-US" dirty="0"/>
          </a:p>
        </p:txBody>
      </p:sp>
    </p:spTree>
    <p:extLst>
      <p:ext uri="{BB962C8B-B14F-4D97-AF65-F5344CB8AC3E}">
        <p14:creationId xmlns:p14="http://schemas.microsoft.com/office/powerpoint/2010/main" val="129054249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údo com Imagem 2">
    <p:spTree>
      <p:nvGrpSpPr>
        <p:cNvPr id="1" name=""/>
        <p:cNvGrpSpPr/>
        <p:nvPr/>
      </p:nvGrpSpPr>
      <p:grpSpPr>
        <a:xfrm>
          <a:off x="0" y="0"/>
          <a:ext cx="0" cy="0"/>
          <a:chOff x="0" y="0"/>
          <a:chExt cx="0" cy="0"/>
        </a:xfrm>
      </p:grpSpPr>
      <p:sp>
        <p:nvSpPr>
          <p:cNvPr id="28" name="Título 1">
            <a:extLst>
              <a:ext uri="{FF2B5EF4-FFF2-40B4-BE49-F238E27FC236}">
                <a16:creationId xmlns:a16="http://schemas.microsoft.com/office/drawing/2014/main" id="{DFB1570C-2A53-2BD0-0955-F14E33A43C9A}"/>
              </a:ext>
            </a:extLst>
          </p:cNvPr>
          <p:cNvSpPr>
            <a:spLocks noGrp="1"/>
          </p:cNvSpPr>
          <p:nvPr>
            <p:ph type="title"/>
          </p:nvPr>
        </p:nvSpPr>
        <p:spPr>
          <a:xfrm>
            <a:off x="8359712" y="839871"/>
            <a:ext cx="3065002" cy="1527048"/>
          </a:xfrm>
        </p:spPr>
        <p:txBody>
          <a:bodyPr rtlCol="0" anchor="b">
            <a:normAutofit/>
          </a:bodyPr>
          <a:lstStyle>
            <a:lvl1pPr>
              <a:defRPr sz="3200"/>
            </a:lvl1pPr>
          </a:lstStyle>
          <a:p>
            <a:pPr rtl="0"/>
            <a:r>
              <a:rPr lang="pt-br"/>
              <a:t>Clique para editar o estilo de título Mestre</a:t>
            </a:r>
          </a:p>
        </p:txBody>
      </p:sp>
      <p:sp>
        <p:nvSpPr>
          <p:cNvPr id="7" name="Espaço Reservado para Imagem 10">
            <a:extLst>
              <a:ext uri="{FF2B5EF4-FFF2-40B4-BE49-F238E27FC236}">
                <a16:creationId xmlns:a16="http://schemas.microsoft.com/office/drawing/2014/main" id="{9EDFF69E-D657-B8DE-43CD-6A0AA98FBA6E}"/>
              </a:ext>
            </a:extLst>
          </p:cNvPr>
          <p:cNvSpPr>
            <a:spLocks noGrp="1"/>
          </p:cNvSpPr>
          <p:nvPr>
            <p:ph type="pic" sz="quarter" idx="18" hasCustomPrompt="1"/>
          </p:nvPr>
        </p:nvSpPr>
        <p:spPr>
          <a:xfrm>
            <a:off x="346440" y="361188"/>
            <a:ext cx="7424928" cy="6135624"/>
          </a:xfrm>
          <a:blipFill>
            <a:blip r:embed="rId2">
              <a:alphaModFix amt="70000"/>
              <a:extLst>
                <a:ext uri="{28A0092B-C50C-407E-A947-70E740481C1C}">
                  <a14:useLocalDpi xmlns:a14="http://schemas.microsoft.com/office/drawing/2010/main" val="0"/>
                </a:ext>
              </a:extLst>
            </a:blip>
            <a:stretch>
              <a:fillRect/>
            </a:stretch>
          </a:blipFill>
          <a:ln w="19050">
            <a:noFill/>
            <a:miter lim="800000"/>
          </a:ln>
        </p:spPr>
        <p:txBody>
          <a:bodyPr rtlCol="0"/>
          <a:lstStyle>
            <a:lvl1pPr marL="0" indent="0">
              <a:buNone/>
              <a:defRPr/>
            </a:lvl1pPr>
          </a:lstStyle>
          <a:p>
            <a:pPr rtl="0"/>
            <a:r>
              <a:rPr lang="pt-br"/>
              <a:t> </a:t>
            </a:r>
          </a:p>
        </p:txBody>
      </p:sp>
      <p:sp>
        <p:nvSpPr>
          <p:cNvPr id="5" name="Retângulo 4">
            <a:extLst>
              <a:ext uri="{FF2B5EF4-FFF2-40B4-BE49-F238E27FC236}">
                <a16:creationId xmlns:a16="http://schemas.microsoft.com/office/drawing/2014/main" id="{B0778FDB-57BB-4A24-EB2F-31B3DCA2ED9F}"/>
              </a:ext>
            </a:extLst>
          </p:cNvPr>
          <p:cNvSpPr/>
          <p:nvPr userDrawn="1"/>
        </p:nvSpPr>
        <p:spPr>
          <a:xfrm>
            <a:off x="7904606" y="351065"/>
            <a:ext cx="3944642"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7" name="Espaço Reservado para Conteúdo 7">
            <a:extLst>
              <a:ext uri="{FF2B5EF4-FFF2-40B4-BE49-F238E27FC236}">
                <a16:creationId xmlns:a16="http://schemas.microsoft.com/office/drawing/2014/main" id="{B52381D3-CD5D-B295-5DE8-247DE26D2410}"/>
              </a:ext>
            </a:extLst>
          </p:cNvPr>
          <p:cNvSpPr>
            <a:spLocks noGrp="1"/>
          </p:cNvSpPr>
          <p:nvPr>
            <p:ph sz="quarter" idx="14"/>
          </p:nvPr>
        </p:nvSpPr>
        <p:spPr>
          <a:xfrm>
            <a:off x="8359712" y="2665215"/>
            <a:ext cx="3065002" cy="3377753"/>
          </a:xfrm>
        </p:spPr>
        <p:txBody>
          <a:bodyPr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
        <p:nvSpPr>
          <p:cNvPr id="2" name="Retângulo 1">
            <a:extLst>
              <a:ext uri="{FF2B5EF4-FFF2-40B4-BE49-F238E27FC236}">
                <a16:creationId xmlns:a16="http://schemas.microsoft.com/office/drawing/2014/main" id="{83A87F64-B10E-D3EC-86DC-A74D615B4819}"/>
              </a:ext>
            </a:extLst>
          </p:cNvPr>
          <p:cNvSpPr/>
          <p:nvPr userDrawn="1"/>
        </p:nvSpPr>
        <p:spPr>
          <a:xfrm>
            <a:off x="337456" y="351064"/>
            <a:ext cx="7442897" cy="615587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3" name="Espaço Reservado para Data 2">
            <a:extLst>
              <a:ext uri="{FF2B5EF4-FFF2-40B4-BE49-F238E27FC236}">
                <a16:creationId xmlns:a16="http://schemas.microsoft.com/office/drawing/2014/main" id="{93B77D22-A82C-44F7-6BC2-B414E8E7914D}"/>
              </a:ext>
            </a:extLst>
          </p:cNvPr>
          <p:cNvSpPr>
            <a:spLocks noGrp="1"/>
          </p:cNvSpPr>
          <p:nvPr>
            <p:ph type="dt" sz="half" idx="19"/>
          </p:nvPr>
        </p:nvSpPr>
        <p:spPr/>
        <p:txBody>
          <a:bodyPr rtlCol="0"/>
          <a:lstStyle/>
          <a:p>
            <a:pPr rtl="0"/>
            <a:r>
              <a:rPr lang="en-US"/>
              <a:t>10/8/2025</a:t>
            </a:r>
            <a:endParaRPr lang="en-US" dirty="0"/>
          </a:p>
        </p:txBody>
      </p:sp>
      <p:sp>
        <p:nvSpPr>
          <p:cNvPr id="4" name="Espaço Reservado para Rodapé 3">
            <a:extLst>
              <a:ext uri="{FF2B5EF4-FFF2-40B4-BE49-F238E27FC236}">
                <a16:creationId xmlns:a16="http://schemas.microsoft.com/office/drawing/2014/main" id="{42ED6638-8710-3EEF-9CFC-179C59D52F51}"/>
              </a:ext>
            </a:extLst>
          </p:cNvPr>
          <p:cNvSpPr>
            <a:spLocks noGrp="1"/>
          </p:cNvSpPr>
          <p:nvPr>
            <p:ph type="ftr" sz="quarter" idx="20"/>
          </p:nvPr>
        </p:nvSpPr>
        <p:spPr/>
        <p:txBody>
          <a:bodyPr rtlCol="0"/>
          <a:lstStyle/>
          <a:p>
            <a:pPr rtl="0"/>
            <a:r>
              <a:rPr lang="pt-br"/>
              <a:t>Amostra de Texto de Rodapé</a:t>
            </a:r>
            <a:endParaRPr lang="en-US" dirty="0"/>
          </a:p>
        </p:txBody>
      </p:sp>
      <p:sp>
        <p:nvSpPr>
          <p:cNvPr id="6" name="Espaço Reservado para o Número do Slide 5">
            <a:extLst>
              <a:ext uri="{FF2B5EF4-FFF2-40B4-BE49-F238E27FC236}">
                <a16:creationId xmlns:a16="http://schemas.microsoft.com/office/drawing/2014/main" id="{0ADBAD3B-23C1-82B0-757B-7CE2813B42D8}"/>
              </a:ext>
            </a:extLst>
          </p:cNvPr>
          <p:cNvSpPr>
            <a:spLocks noGrp="1"/>
          </p:cNvSpPr>
          <p:nvPr>
            <p:ph type="sldNum" sz="quarter" idx="21"/>
          </p:nvPr>
        </p:nvSpPr>
        <p:spPr/>
        <p:txBody>
          <a:bodyPr rtlCol="0"/>
          <a:lstStyle/>
          <a:p>
            <a:pPr rtl="0"/>
            <a:fld id="{CC057153-B650-4DEB-B370-79DDCFDCE934}" type="slidenum">
              <a:rPr lang="en-US" smtClean="0"/>
              <a:pPr rtl="0"/>
              <a:t>‹nº›</a:t>
            </a:fld>
            <a:endParaRPr lang="en-US" dirty="0"/>
          </a:p>
        </p:txBody>
      </p:sp>
    </p:spTree>
    <p:extLst>
      <p:ext uri="{BB962C8B-B14F-4D97-AF65-F5344CB8AC3E}">
        <p14:creationId xmlns:p14="http://schemas.microsoft.com/office/powerpoint/2010/main" val="411974896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údo com Imagem 3">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795527" y="5024647"/>
            <a:ext cx="3739896" cy="1207851"/>
          </a:xfrm>
        </p:spPr>
        <p:txBody>
          <a:bodyPr rtlCol="0" anchor="ctr">
            <a:normAutofit/>
          </a:bodyPr>
          <a:lstStyle>
            <a:lvl1pPr>
              <a:defRPr sz="3200"/>
            </a:lvl1pPr>
          </a:lstStyle>
          <a:p>
            <a:pPr rtl="0"/>
            <a:r>
              <a:rPr lang="pt-br"/>
              <a:t>Clique para editar o estilo de título Mestre</a:t>
            </a:r>
          </a:p>
        </p:txBody>
      </p:sp>
      <p:sp>
        <p:nvSpPr>
          <p:cNvPr id="15" name="Espaço Reservado para Imagem 10">
            <a:extLst>
              <a:ext uri="{FF2B5EF4-FFF2-40B4-BE49-F238E27FC236}">
                <a16:creationId xmlns:a16="http://schemas.microsoft.com/office/drawing/2014/main" id="{590F4507-3E12-8BCC-96C4-5E91E00DE057}"/>
              </a:ext>
            </a:extLst>
          </p:cNvPr>
          <p:cNvSpPr>
            <a:spLocks noGrp="1"/>
          </p:cNvSpPr>
          <p:nvPr>
            <p:ph type="pic" sz="quarter" idx="18" hasCustomPrompt="1"/>
          </p:nvPr>
        </p:nvSpPr>
        <p:spPr>
          <a:xfrm>
            <a:off x="348996" y="357974"/>
            <a:ext cx="11494008" cy="4270248"/>
          </a:xfrm>
          <a:blipFill dpi="0" rotWithShape="1">
            <a:blip r:embed="rId2">
              <a:alphaModFix amt="50000"/>
              <a:extLst>
                <a:ext uri="{28A0092B-C50C-407E-A947-70E740481C1C}">
                  <a14:useLocalDpi xmlns:a14="http://schemas.microsoft.com/office/drawing/2010/main" val="0"/>
                </a:ext>
              </a:extLst>
            </a:blip>
            <a:srcRect/>
            <a:stretch>
              <a:fillRect/>
            </a:stretch>
          </a:blipFill>
          <a:ln w="19050">
            <a:noFill/>
            <a:miter lim="800000"/>
          </a:ln>
        </p:spPr>
        <p:txBody>
          <a:bodyPr rtlCol="0"/>
          <a:lstStyle>
            <a:lvl1pPr marL="0" indent="0">
              <a:buNone/>
              <a:defRPr/>
            </a:lvl1pPr>
          </a:lstStyle>
          <a:p>
            <a:pPr rtl="0"/>
            <a:r>
              <a:rPr lang="pt-br"/>
              <a:t> </a:t>
            </a:r>
          </a:p>
        </p:txBody>
      </p:sp>
      <p:sp>
        <p:nvSpPr>
          <p:cNvPr id="8" name="Espaço Reservado para Conteúdo 7">
            <a:extLst>
              <a:ext uri="{FF2B5EF4-FFF2-40B4-BE49-F238E27FC236}">
                <a16:creationId xmlns:a16="http://schemas.microsoft.com/office/drawing/2014/main" id="{C3D15418-1E32-0501-0E66-54FC2DD08E39}"/>
              </a:ext>
            </a:extLst>
          </p:cNvPr>
          <p:cNvSpPr>
            <a:spLocks noGrp="1"/>
          </p:cNvSpPr>
          <p:nvPr>
            <p:ph sz="quarter" idx="14"/>
          </p:nvPr>
        </p:nvSpPr>
        <p:spPr>
          <a:xfrm>
            <a:off x="5349240" y="5024647"/>
            <a:ext cx="6041938" cy="1207851"/>
          </a:xfrm>
        </p:spPr>
        <p:txBody>
          <a:bodyPr rtlCol="0" anchor="ctr">
            <a:no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
        <p:nvSpPr>
          <p:cNvPr id="5" name="Espaço Reservado para Data 4">
            <a:extLst>
              <a:ext uri="{FF2B5EF4-FFF2-40B4-BE49-F238E27FC236}">
                <a16:creationId xmlns:a16="http://schemas.microsoft.com/office/drawing/2014/main" id="{897D0B7E-1A60-DA52-6965-92412B1C2F9F}"/>
              </a:ext>
            </a:extLst>
          </p:cNvPr>
          <p:cNvSpPr>
            <a:spLocks noGrp="1"/>
          </p:cNvSpPr>
          <p:nvPr>
            <p:ph type="dt" sz="half" idx="10"/>
          </p:nvPr>
        </p:nvSpPr>
        <p:spPr/>
        <p:txBody>
          <a:bodyPr rtlCol="0"/>
          <a:lstStyle/>
          <a:p>
            <a:pPr rtl="0"/>
            <a:r>
              <a:rPr lang="en-US"/>
              <a:t>10/8/2025</a:t>
            </a:r>
            <a:endParaRPr lang="en-US" dirty="0"/>
          </a:p>
        </p:txBody>
      </p:sp>
      <p:sp>
        <p:nvSpPr>
          <p:cNvPr id="6" name="Espaço Reservado para Rodapé 5">
            <a:extLst>
              <a:ext uri="{FF2B5EF4-FFF2-40B4-BE49-F238E27FC236}">
                <a16:creationId xmlns:a16="http://schemas.microsoft.com/office/drawing/2014/main" id="{C2BDD5A2-CE3E-3215-6DAA-F75C0D1229DA}"/>
              </a:ext>
            </a:extLst>
          </p:cNvPr>
          <p:cNvSpPr>
            <a:spLocks noGrp="1"/>
          </p:cNvSpPr>
          <p:nvPr>
            <p:ph type="ftr" sz="quarter" idx="11"/>
          </p:nvPr>
        </p:nvSpPr>
        <p:spPr/>
        <p:txBody>
          <a:bodyPr rtlCol="0"/>
          <a:lstStyle/>
          <a:p>
            <a:pPr rtl="0"/>
            <a:r>
              <a:rPr lang="pt-br"/>
              <a:t>Exemplo de Texto de Rodapé</a:t>
            </a:r>
          </a:p>
        </p:txBody>
      </p:sp>
      <p:sp>
        <p:nvSpPr>
          <p:cNvPr id="7" name="Espaço Reservado para o Número do Slide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rtlCol="0"/>
          <a:lstStyle/>
          <a:p>
            <a:pPr rtl="0"/>
            <a:fld id="{CC057153-B650-4DEB-B370-79DDCFDCE934}" type="slidenum">
              <a:rPr lang="en-US" smtClean="0"/>
              <a:t>‹nº›</a:t>
            </a:fld>
            <a:endParaRPr lang="en-US" dirty="0"/>
          </a:p>
        </p:txBody>
      </p:sp>
      <p:sp>
        <p:nvSpPr>
          <p:cNvPr id="16" name="Retângulo 15">
            <a:extLst>
              <a:ext uri="{FF2B5EF4-FFF2-40B4-BE49-F238E27FC236}">
                <a16:creationId xmlns:a16="http://schemas.microsoft.com/office/drawing/2014/main" id="{DB72880B-AEAD-196C-0715-91B527BD2668}"/>
              </a:ext>
            </a:extLst>
          </p:cNvPr>
          <p:cNvSpPr/>
          <p:nvPr userDrawn="1"/>
        </p:nvSpPr>
        <p:spPr>
          <a:xfrm>
            <a:off x="321733" y="4758374"/>
            <a:ext cx="11527515" cy="1748562"/>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3" name="Retângulo 2">
            <a:extLst>
              <a:ext uri="{FF2B5EF4-FFF2-40B4-BE49-F238E27FC236}">
                <a16:creationId xmlns:a16="http://schemas.microsoft.com/office/drawing/2014/main" id="{3EBCA5AC-C8BF-B7FA-04BB-F8A5A14F6F64}"/>
              </a:ext>
            </a:extLst>
          </p:cNvPr>
          <p:cNvSpPr/>
          <p:nvPr userDrawn="1"/>
        </p:nvSpPr>
        <p:spPr>
          <a:xfrm>
            <a:off x="337456" y="351064"/>
            <a:ext cx="11511792" cy="4284068"/>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Tree>
    <p:extLst>
      <p:ext uri="{BB962C8B-B14F-4D97-AF65-F5344CB8AC3E}">
        <p14:creationId xmlns:p14="http://schemas.microsoft.com/office/powerpoint/2010/main" val="334977640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údo com Imagem 4">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7204306" y="817137"/>
            <a:ext cx="4192166" cy="1527048"/>
          </a:xfrm>
        </p:spPr>
        <p:txBody>
          <a:bodyPr rtlCol="0" anchor="b"/>
          <a:lstStyle>
            <a:lvl1pPr>
              <a:defRPr sz="3600"/>
            </a:lvl1pPr>
          </a:lstStyle>
          <a:p>
            <a:pPr rtl="0"/>
            <a:r>
              <a:rPr lang="pt-br"/>
              <a:t>Clique para editar o estilo de título Mestre</a:t>
            </a:r>
          </a:p>
        </p:txBody>
      </p:sp>
      <p:sp>
        <p:nvSpPr>
          <p:cNvPr id="9" name="Espaço Reservado para Imagem 10">
            <a:extLst>
              <a:ext uri="{FF2B5EF4-FFF2-40B4-BE49-F238E27FC236}">
                <a16:creationId xmlns:a16="http://schemas.microsoft.com/office/drawing/2014/main" id="{442F0537-AA35-B27C-CAD5-3F9A4EAC9204}"/>
              </a:ext>
            </a:extLst>
          </p:cNvPr>
          <p:cNvSpPr>
            <a:spLocks noGrp="1"/>
          </p:cNvSpPr>
          <p:nvPr>
            <p:ph type="pic" sz="quarter" idx="18" hasCustomPrompt="1"/>
          </p:nvPr>
        </p:nvSpPr>
        <p:spPr>
          <a:xfrm>
            <a:off x="349839" y="361188"/>
            <a:ext cx="6272784" cy="6135624"/>
          </a:xfrm>
          <a:blipFill>
            <a:blip r:embed="rId2">
              <a:alphaModFix amt="70000"/>
              <a:extLst>
                <a:ext uri="{28A0092B-C50C-407E-A947-70E740481C1C}">
                  <a14:useLocalDpi xmlns:a14="http://schemas.microsoft.com/office/drawing/2010/main" val="0"/>
                </a:ext>
              </a:extLst>
            </a:blip>
            <a:stretch>
              <a:fillRect/>
            </a:stretch>
          </a:blipFill>
          <a:ln w="19050">
            <a:noFill/>
            <a:miter lim="800000"/>
          </a:ln>
        </p:spPr>
        <p:txBody>
          <a:bodyPr rtlCol="0"/>
          <a:lstStyle>
            <a:lvl1pPr marL="0" indent="0">
              <a:buNone/>
              <a:defRPr/>
            </a:lvl1pPr>
          </a:lstStyle>
          <a:p>
            <a:pPr rtl="0"/>
            <a:r>
              <a:rPr lang="pt-br"/>
              <a:t> </a:t>
            </a:r>
          </a:p>
        </p:txBody>
      </p:sp>
      <p:sp>
        <p:nvSpPr>
          <p:cNvPr id="4" name="Retângulo 3">
            <a:extLst>
              <a:ext uri="{FF2B5EF4-FFF2-40B4-BE49-F238E27FC236}">
                <a16:creationId xmlns:a16="http://schemas.microsoft.com/office/drawing/2014/main" id="{7C79C53C-82C0-3F48-BA66-E452F8835C0C}"/>
              </a:ext>
            </a:extLst>
          </p:cNvPr>
          <p:cNvSpPr/>
          <p:nvPr userDrawn="1"/>
        </p:nvSpPr>
        <p:spPr>
          <a:xfrm>
            <a:off x="337458" y="351064"/>
            <a:ext cx="6297546" cy="615587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8" name="Espaço Reservado para Conteúdo 7">
            <a:extLst>
              <a:ext uri="{FF2B5EF4-FFF2-40B4-BE49-F238E27FC236}">
                <a16:creationId xmlns:a16="http://schemas.microsoft.com/office/drawing/2014/main" id="{7FF0220E-48F8-B4D9-19DE-7B457C3C221C}"/>
              </a:ext>
            </a:extLst>
          </p:cNvPr>
          <p:cNvSpPr>
            <a:spLocks noGrp="1"/>
          </p:cNvSpPr>
          <p:nvPr>
            <p:ph sz="quarter" idx="14"/>
          </p:nvPr>
        </p:nvSpPr>
        <p:spPr>
          <a:xfrm>
            <a:off x="7204234" y="2637763"/>
            <a:ext cx="4192899" cy="3411099"/>
          </a:xfrm>
        </p:spPr>
        <p:txBody>
          <a:bodyPr rtlCol="0"/>
          <a:lstStyle>
            <a:lvl1pPr>
              <a:defRPr sz="1400"/>
            </a:lvl1pPr>
            <a:lvl2pPr>
              <a:defRPr sz="1400"/>
            </a:lvl2pPr>
            <a:lvl3pPr>
              <a:defRPr sz="1400"/>
            </a:lvl3pPr>
            <a:lvl4pPr>
              <a:defRPr sz="1400"/>
            </a:lvl4pPr>
            <a:lvl5pPr>
              <a:defRPr sz="1400"/>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
        <p:nvSpPr>
          <p:cNvPr id="3" name="Retângulo 2">
            <a:extLst>
              <a:ext uri="{FF2B5EF4-FFF2-40B4-BE49-F238E27FC236}">
                <a16:creationId xmlns:a16="http://schemas.microsoft.com/office/drawing/2014/main" id="{D029C0DC-4CF1-BF5F-9799-7F5EFFD594AE}"/>
              </a:ext>
            </a:extLst>
          </p:cNvPr>
          <p:cNvSpPr/>
          <p:nvPr userDrawn="1"/>
        </p:nvSpPr>
        <p:spPr>
          <a:xfrm>
            <a:off x="6751530" y="351065"/>
            <a:ext cx="5097718"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5" name="Espaço Reservado para Data 4">
            <a:extLst>
              <a:ext uri="{FF2B5EF4-FFF2-40B4-BE49-F238E27FC236}">
                <a16:creationId xmlns:a16="http://schemas.microsoft.com/office/drawing/2014/main" id="{10C5241C-A695-5757-744E-AB1824BCED7B}"/>
              </a:ext>
            </a:extLst>
          </p:cNvPr>
          <p:cNvSpPr>
            <a:spLocks noGrp="1"/>
          </p:cNvSpPr>
          <p:nvPr>
            <p:ph type="dt" sz="half" idx="19"/>
          </p:nvPr>
        </p:nvSpPr>
        <p:spPr/>
        <p:txBody>
          <a:bodyPr rtlCol="0"/>
          <a:lstStyle/>
          <a:p>
            <a:pPr rtl="0"/>
            <a:r>
              <a:rPr lang="en-US"/>
              <a:t>10/8/2025</a:t>
            </a:r>
            <a:endParaRPr lang="en-US" dirty="0"/>
          </a:p>
        </p:txBody>
      </p:sp>
      <p:sp>
        <p:nvSpPr>
          <p:cNvPr id="6" name="Espaço Reservado para Rodapé 5">
            <a:extLst>
              <a:ext uri="{FF2B5EF4-FFF2-40B4-BE49-F238E27FC236}">
                <a16:creationId xmlns:a16="http://schemas.microsoft.com/office/drawing/2014/main" id="{B486C41F-1C9D-B14A-9954-F5ED7CA31A56}"/>
              </a:ext>
            </a:extLst>
          </p:cNvPr>
          <p:cNvSpPr>
            <a:spLocks noGrp="1"/>
          </p:cNvSpPr>
          <p:nvPr>
            <p:ph type="ftr" sz="quarter" idx="20"/>
          </p:nvPr>
        </p:nvSpPr>
        <p:spPr/>
        <p:txBody>
          <a:bodyPr rtlCol="0"/>
          <a:lstStyle/>
          <a:p>
            <a:pPr rtl="0"/>
            <a:r>
              <a:rPr lang="pt-br"/>
              <a:t>Exemplo de Texto de Rodapé</a:t>
            </a:r>
            <a:endParaRPr lang="en-US" dirty="0"/>
          </a:p>
        </p:txBody>
      </p:sp>
      <p:sp>
        <p:nvSpPr>
          <p:cNvPr id="7" name="Espaço Reservado para o Número do Slide 6">
            <a:extLst>
              <a:ext uri="{FF2B5EF4-FFF2-40B4-BE49-F238E27FC236}">
                <a16:creationId xmlns:a16="http://schemas.microsoft.com/office/drawing/2014/main" id="{FFFE49CA-E378-F621-C4C4-6F60EA26E6D5}"/>
              </a:ext>
            </a:extLst>
          </p:cNvPr>
          <p:cNvSpPr>
            <a:spLocks noGrp="1"/>
          </p:cNvSpPr>
          <p:nvPr>
            <p:ph type="sldNum" sz="quarter" idx="21"/>
          </p:nvPr>
        </p:nvSpPr>
        <p:spPr/>
        <p:txBody>
          <a:bodyPr rtlCol="0"/>
          <a:lstStyle/>
          <a:p>
            <a:pPr rtl="0"/>
            <a:fld id="{CC057153-B650-4DEB-B370-79DDCFDCE934}" type="slidenum">
              <a:rPr lang="en-US" smtClean="0"/>
              <a:pPr rtl="0"/>
              <a:t>‹nº›</a:t>
            </a:fld>
            <a:endParaRPr lang="en-US" dirty="0"/>
          </a:p>
        </p:txBody>
      </p:sp>
    </p:spTree>
    <p:extLst>
      <p:ext uri="{BB962C8B-B14F-4D97-AF65-F5344CB8AC3E}">
        <p14:creationId xmlns:p14="http://schemas.microsoft.com/office/powerpoint/2010/main" val="2663411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údo com Imagem 5">
    <p:spTree>
      <p:nvGrpSpPr>
        <p:cNvPr id="1" name=""/>
        <p:cNvGrpSpPr/>
        <p:nvPr/>
      </p:nvGrpSpPr>
      <p:grpSpPr>
        <a:xfrm>
          <a:off x="0" y="0"/>
          <a:ext cx="0" cy="0"/>
          <a:chOff x="0" y="0"/>
          <a:chExt cx="0" cy="0"/>
        </a:xfrm>
      </p:grpSpPr>
      <p:sp>
        <p:nvSpPr>
          <p:cNvPr id="17" name="Título 1">
            <a:extLst>
              <a:ext uri="{FF2B5EF4-FFF2-40B4-BE49-F238E27FC236}">
                <a16:creationId xmlns:a16="http://schemas.microsoft.com/office/drawing/2014/main" id="{D9A0B94D-2DD1-875D-B541-D604110F25F1}"/>
              </a:ext>
            </a:extLst>
          </p:cNvPr>
          <p:cNvSpPr>
            <a:spLocks noGrp="1"/>
          </p:cNvSpPr>
          <p:nvPr>
            <p:ph type="title"/>
          </p:nvPr>
        </p:nvSpPr>
        <p:spPr>
          <a:xfrm>
            <a:off x="819372" y="817137"/>
            <a:ext cx="4337407" cy="1527048"/>
          </a:xfrm>
        </p:spPr>
        <p:txBody>
          <a:bodyPr rtlCol="0" anchor="b"/>
          <a:lstStyle>
            <a:lvl1pPr>
              <a:defRPr sz="3600"/>
            </a:lvl1pPr>
          </a:lstStyle>
          <a:p>
            <a:pPr rtl="0"/>
            <a:r>
              <a:rPr lang="pt-br"/>
              <a:t>Clique para editar o estilo de título Mestre</a:t>
            </a:r>
          </a:p>
        </p:txBody>
      </p:sp>
      <p:sp>
        <p:nvSpPr>
          <p:cNvPr id="16" name="Espaço Reservado para Conteúdo 7">
            <a:extLst>
              <a:ext uri="{FF2B5EF4-FFF2-40B4-BE49-F238E27FC236}">
                <a16:creationId xmlns:a16="http://schemas.microsoft.com/office/drawing/2014/main" id="{21D88E16-573F-A597-7EE7-887CF9D8D3F1}"/>
              </a:ext>
            </a:extLst>
          </p:cNvPr>
          <p:cNvSpPr>
            <a:spLocks noGrp="1"/>
          </p:cNvSpPr>
          <p:nvPr>
            <p:ph sz="quarter" idx="14"/>
          </p:nvPr>
        </p:nvSpPr>
        <p:spPr>
          <a:xfrm>
            <a:off x="819301" y="2637763"/>
            <a:ext cx="4338165" cy="3411099"/>
          </a:xfrm>
        </p:spPr>
        <p:txBody>
          <a:bodyPr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
        <p:nvSpPr>
          <p:cNvPr id="9" name="Espaço Reservado para Imagem 10">
            <a:extLst>
              <a:ext uri="{FF2B5EF4-FFF2-40B4-BE49-F238E27FC236}">
                <a16:creationId xmlns:a16="http://schemas.microsoft.com/office/drawing/2014/main" id="{6A972FDA-9B64-2E1F-84D9-B8941D9AC82B}"/>
              </a:ext>
            </a:extLst>
          </p:cNvPr>
          <p:cNvSpPr>
            <a:spLocks noGrp="1"/>
          </p:cNvSpPr>
          <p:nvPr>
            <p:ph type="pic" sz="quarter" idx="18" hasCustomPrompt="1"/>
          </p:nvPr>
        </p:nvSpPr>
        <p:spPr>
          <a:xfrm>
            <a:off x="5752063" y="361188"/>
            <a:ext cx="6089904" cy="6135624"/>
          </a:xfrm>
          <a:blipFill>
            <a:blip r:embed="rId2">
              <a:alphaModFix amt="70000"/>
              <a:extLst>
                <a:ext uri="{28A0092B-C50C-407E-A947-70E740481C1C}">
                  <a14:useLocalDpi xmlns:a14="http://schemas.microsoft.com/office/drawing/2010/main" val="0"/>
                </a:ext>
              </a:extLst>
            </a:blip>
            <a:stretch>
              <a:fillRect/>
            </a:stretch>
          </a:blipFill>
          <a:ln w="19050">
            <a:noFill/>
            <a:miter lim="800000"/>
          </a:ln>
        </p:spPr>
        <p:txBody>
          <a:bodyPr rtlCol="0"/>
          <a:lstStyle>
            <a:lvl1pPr marL="0" indent="0">
              <a:buNone/>
              <a:defRPr/>
            </a:lvl1pPr>
          </a:lstStyle>
          <a:p>
            <a:pPr rtl="0"/>
            <a:r>
              <a:rPr lang="pt-br"/>
              <a:t> </a:t>
            </a:r>
          </a:p>
        </p:txBody>
      </p:sp>
      <p:sp>
        <p:nvSpPr>
          <p:cNvPr id="4" name="Retângulo 3">
            <a:extLst>
              <a:ext uri="{FF2B5EF4-FFF2-40B4-BE49-F238E27FC236}">
                <a16:creationId xmlns:a16="http://schemas.microsoft.com/office/drawing/2014/main" id="{6AB7641C-0FEE-FC12-84B6-FDB399A2110B}"/>
              </a:ext>
            </a:extLst>
          </p:cNvPr>
          <p:cNvSpPr/>
          <p:nvPr userDrawn="1"/>
        </p:nvSpPr>
        <p:spPr>
          <a:xfrm>
            <a:off x="337457" y="351065"/>
            <a:ext cx="5282687"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6" name="Retângulo 5">
            <a:extLst>
              <a:ext uri="{FF2B5EF4-FFF2-40B4-BE49-F238E27FC236}">
                <a16:creationId xmlns:a16="http://schemas.microsoft.com/office/drawing/2014/main" id="{4092A368-511B-76F6-C241-598461CF9E5C}"/>
              </a:ext>
            </a:extLst>
          </p:cNvPr>
          <p:cNvSpPr/>
          <p:nvPr userDrawn="1"/>
        </p:nvSpPr>
        <p:spPr>
          <a:xfrm>
            <a:off x="5744782" y="351064"/>
            <a:ext cx="6104466" cy="615587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Espaço Reservado para Data 1">
            <a:extLst>
              <a:ext uri="{FF2B5EF4-FFF2-40B4-BE49-F238E27FC236}">
                <a16:creationId xmlns:a16="http://schemas.microsoft.com/office/drawing/2014/main" id="{83862476-C6C3-75C3-F440-74F469A967A1}"/>
              </a:ext>
            </a:extLst>
          </p:cNvPr>
          <p:cNvSpPr>
            <a:spLocks noGrp="1"/>
          </p:cNvSpPr>
          <p:nvPr>
            <p:ph type="dt" sz="half" idx="19"/>
          </p:nvPr>
        </p:nvSpPr>
        <p:spPr/>
        <p:txBody>
          <a:bodyPr rtlCol="0"/>
          <a:lstStyle/>
          <a:p>
            <a:pPr rtl="0"/>
            <a:r>
              <a:rPr lang="en-US"/>
              <a:t>10/8/2025</a:t>
            </a:r>
            <a:endParaRPr lang="en-US" dirty="0"/>
          </a:p>
        </p:txBody>
      </p:sp>
      <p:sp>
        <p:nvSpPr>
          <p:cNvPr id="3" name="Espaço Reservado para Rodapé 2">
            <a:extLst>
              <a:ext uri="{FF2B5EF4-FFF2-40B4-BE49-F238E27FC236}">
                <a16:creationId xmlns:a16="http://schemas.microsoft.com/office/drawing/2014/main" id="{E7180EED-4901-3AAF-D90A-6939CE7EFC54}"/>
              </a:ext>
            </a:extLst>
          </p:cNvPr>
          <p:cNvSpPr>
            <a:spLocks noGrp="1"/>
          </p:cNvSpPr>
          <p:nvPr>
            <p:ph type="ftr" sz="quarter" idx="20"/>
          </p:nvPr>
        </p:nvSpPr>
        <p:spPr/>
        <p:txBody>
          <a:bodyPr rtlCol="0"/>
          <a:lstStyle/>
          <a:p>
            <a:pPr rtl="0"/>
            <a:r>
              <a:rPr lang="pt-br"/>
              <a:t>Exemplo de Texto de Rodapé</a:t>
            </a:r>
            <a:endParaRPr lang="en-US" dirty="0"/>
          </a:p>
        </p:txBody>
      </p:sp>
      <p:sp>
        <p:nvSpPr>
          <p:cNvPr id="5" name="Espaço Reservado para o Número do Slide 4">
            <a:extLst>
              <a:ext uri="{FF2B5EF4-FFF2-40B4-BE49-F238E27FC236}">
                <a16:creationId xmlns:a16="http://schemas.microsoft.com/office/drawing/2014/main" id="{5E2DB5DB-B146-43DC-2A42-3440832AACC7}"/>
              </a:ext>
            </a:extLst>
          </p:cNvPr>
          <p:cNvSpPr>
            <a:spLocks noGrp="1"/>
          </p:cNvSpPr>
          <p:nvPr>
            <p:ph type="sldNum" sz="quarter" idx="21"/>
          </p:nvPr>
        </p:nvSpPr>
        <p:spPr/>
        <p:txBody>
          <a:bodyPr rtlCol="0"/>
          <a:lstStyle/>
          <a:p>
            <a:pPr rtl="0"/>
            <a:fld id="{CC057153-B650-4DEB-B370-79DDCFDCE934}" type="slidenum">
              <a:rPr lang="en-US" smtClean="0"/>
              <a:pPr rtl="0"/>
              <a:t>‹nº›</a:t>
            </a:fld>
            <a:endParaRPr lang="en-US" dirty="0"/>
          </a:p>
        </p:txBody>
      </p:sp>
    </p:spTree>
    <p:extLst>
      <p:ext uri="{BB962C8B-B14F-4D97-AF65-F5344CB8AC3E}">
        <p14:creationId xmlns:p14="http://schemas.microsoft.com/office/powerpoint/2010/main" val="87366189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údo com Imagem 6">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5373949" y="819804"/>
            <a:ext cx="6022523" cy="1143000"/>
          </a:xfrm>
        </p:spPr>
        <p:txBody>
          <a:bodyPr rtlCol="0" anchor="b"/>
          <a:lstStyle/>
          <a:p>
            <a:pPr rtl="0"/>
            <a:r>
              <a:rPr lang="pt-br"/>
              <a:t>Clique para editar o estilo de título Mestre</a:t>
            </a:r>
          </a:p>
        </p:txBody>
      </p:sp>
      <p:sp>
        <p:nvSpPr>
          <p:cNvPr id="12" name="Espaço Reservado para Imagem 10">
            <a:extLst>
              <a:ext uri="{FF2B5EF4-FFF2-40B4-BE49-F238E27FC236}">
                <a16:creationId xmlns:a16="http://schemas.microsoft.com/office/drawing/2014/main" id="{012C0B99-EF0E-8361-CB67-7A1CB46A5197}"/>
              </a:ext>
            </a:extLst>
          </p:cNvPr>
          <p:cNvSpPr>
            <a:spLocks noGrp="1"/>
          </p:cNvSpPr>
          <p:nvPr>
            <p:ph type="pic" sz="quarter" idx="18" hasCustomPrompt="1"/>
          </p:nvPr>
        </p:nvSpPr>
        <p:spPr>
          <a:xfrm>
            <a:off x="356616" y="361186"/>
            <a:ext cx="4434840" cy="6135624"/>
          </a:xfrm>
          <a:blipFill>
            <a:blip r:embed="rId2">
              <a:alphaModFix amt="70000"/>
              <a:extLst>
                <a:ext uri="{28A0092B-C50C-407E-A947-70E740481C1C}">
                  <a14:useLocalDpi xmlns:a14="http://schemas.microsoft.com/office/drawing/2010/main" val="0"/>
                </a:ext>
              </a:extLst>
            </a:blip>
            <a:stretch>
              <a:fillRect/>
            </a:stretch>
          </a:blipFill>
          <a:ln w="19050">
            <a:noFill/>
            <a:miter lim="800000"/>
          </a:ln>
        </p:spPr>
        <p:txBody>
          <a:bodyPr rtlCol="0"/>
          <a:lstStyle>
            <a:lvl1pPr marL="0" indent="0">
              <a:buNone/>
              <a:defRPr/>
            </a:lvl1pPr>
          </a:lstStyle>
          <a:p>
            <a:pPr rtl="0"/>
            <a:r>
              <a:rPr lang="pt-br"/>
              <a:t> </a:t>
            </a:r>
          </a:p>
        </p:txBody>
      </p:sp>
      <p:sp>
        <p:nvSpPr>
          <p:cNvPr id="8" name="Espaço Reservado para Conteúdo 7">
            <a:extLst>
              <a:ext uri="{FF2B5EF4-FFF2-40B4-BE49-F238E27FC236}">
                <a16:creationId xmlns:a16="http://schemas.microsoft.com/office/drawing/2014/main" id="{818B74D6-CD72-B859-C229-60DB988B25E3}"/>
              </a:ext>
            </a:extLst>
          </p:cNvPr>
          <p:cNvSpPr>
            <a:spLocks noGrp="1"/>
          </p:cNvSpPr>
          <p:nvPr>
            <p:ph sz="quarter" idx="14"/>
          </p:nvPr>
        </p:nvSpPr>
        <p:spPr>
          <a:xfrm>
            <a:off x="5352341" y="2235200"/>
            <a:ext cx="6044132" cy="3802996"/>
          </a:xfrm>
        </p:spPr>
        <p:txBody>
          <a:bodyPr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
        <p:nvSpPr>
          <p:cNvPr id="6" name="Retângulo 5">
            <a:extLst>
              <a:ext uri="{FF2B5EF4-FFF2-40B4-BE49-F238E27FC236}">
                <a16:creationId xmlns:a16="http://schemas.microsoft.com/office/drawing/2014/main" id="{6BA43DA6-AD92-1399-A6A7-42F89C87DC1A}"/>
              </a:ext>
            </a:extLst>
          </p:cNvPr>
          <p:cNvSpPr/>
          <p:nvPr userDrawn="1"/>
        </p:nvSpPr>
        <p:spPr>
          <a:xfrm>
            <a:off x="337455" y="351064"/>
            <a:ext cx="4462272" cy="615587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3" name="Retângulo 2">
            <a:extLst>
              <a:ext uri="{FF2B5EF4-FFF2-40B4-BE49-F238E27FC236}">
                <a16:creationId xmlns:a16="http://schemas.microsoft.com/office/drawing/2014/main" id="{8B4474DB-FD35-4937-0024-1F6311BC8B2F}"/>
              </a:ext>
            </a:extLst>
          </p:cNvPr>
          <p:cNvSpPr/>
          <p:nvPr userDrawn="1"/>
        </p:nvSpPr>
        <p:spPr>
          <a:xfrm>
            <a:off x="4915879" y="351065"/>
            <a:ext cx="6938663"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5" name="Espaço Reservado para Data 4">
            <a:extLst>
              <a:ext uri="{FF2B5EF4-FFF2-40B4-BE49-F238E27FC236}">
                <a16:creationId xmlns:a16="http://schemas.microsoft.com/office/drawing/2014/main" id="{D3E7D411-4BBB-D7F2-AA01-60F0E96ADECC}"/>
              </a:ext>
            </a:extLst>
          </p:cNvPr>
          <p:cNvSpPr>
            <a:spLocks noGrp="1"/>
          </p:cNvSpPr>
          <p:nvPr>
            <p:ph type="dt" sz="half" idx="19"/>
          </p:nvPr>
        </p:nvSpPr>
        <p:spPr>
          <a:xfrm>
            <a:off x="5349240" y="6498770"/>
            <a:ext cx="1328651" cy="359229"/>
          </a:xfrm>
        </p:spPr>
        <p:txBody>
          <a:bodyPr rtlCol="0"/>
          <a:lstStyle/>
          <a:p>
            <a:pPr rtl="0"/>
            <a:r>
              <a:rPr lang="en-US"/>
              <a:t>10/8/2025</a:t>
            </a:r>
            <a:endParaRPr lang="en-US" dirty="0"/>
          </a:p>
        </p:txBody>
      </p:sp>
      <p:sp>
        <p:nvSpPr>
          <p:cNvPr id="7" name="Espaço Reservado para Rodapé 6">
            <a:extLst>
              <a:ext uri="{FF2B5EF4-FFF2-40B4-BE49-F238E27FC236}">
                <a16:creationId xmlns:a16="http://schemas.microsoft.com/office/drawing/2014/main" id="{7EADEDE4-1283-DC77-8774-CE66A7FCFC57}"/>
              </a:ext>
            </a:extLst>
          </p:cNvPr>
          <p:cNvSpPr>
            <a:spLocks noGrp="1"/>
          </p:cNvSpPr>
          <p:nvPr>
            <p:ph type="ftr" sz="quarter" idx="20"/>
          </p:nvPr>
        </p:nvSpPr>
        <p:spPr/>
        <p:txBody>
          <a:bodyPr rtlCol="0"/>
          <a:lstStyle/>
          <a:p>
            <a:pPr rtl="0"/>
            <a:r>
              <a:rPr lang="pt-br"/>
              <a:t>Exemplo de Texto de Rodapé</a:t>
            </a:r>
            <a:endParaRPr lang="en-US" dirty="0"/>
          </a:p>
        </p:txBody>
      </p:sp>
      <p:sp>
        <p:nvSpPr>
          <p:cNvPr id="11" name="Espaço Reservado para o Número do Slide 10">
            <a:extLst>
              <a:ext uri="{FF2B5EF4-FFF2-40B4-BE49-F238E27FC236}">
                <a16:creationId xmlns:a16="http://schemas.microsoft.com/office/drawing/2014/main" id="{C4205AEA-132E-F82A-F279-CF7FB6417B91}"/>
              </a:ext>
            </a:extLst>
          </p:cNvPr>
          <p:cNvSpPr>
            <a:spLocks noGrp="1"/>
          </p:cNvSpPr>
          <p:nvPr>
            <p:ph type="sldNum" sz="quarter" idx="21"/>
          </p:nvPr>
        </p:nvSpPr>
        <p:spPr/>
        <p:txBody>
          <a:bodyPr rtlCol="0"/>
          <a:lstStyle/>
          <a:p>
            <a:pPr rtl="0"/>
            <a:fld id="{CC057153-B650-4DEB-B370-79DDCFDCE934}" type="slidenum">
              <a:rPr lang="en-US" smtClean="0"/>
              <a:pPr rtl="0"/>
              <a:t>‹nº›</a:t>
            </a:fld>
            <a:endParaRPr lang="en-US" dirty="0"/>
          </a:p>
        </p:txBody>
      </p:sp>
    </p:spTree>
    <p:extLst>
      <p:ext uri="{BB962C8B-B14F-4D97-AF65-F5344CB8AC3E}">
        <p14:creationId xmlns:p14="http://schemas.microsoft.com/office/powerpoint/2010/main" val="85042456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údo com Imagem 7">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796708" y="826408"/>
            <a:ext cx="6022524" cy="1143000"/>
          </a:xfrm>
        </p:spPr>
        <p:txBody>
          <a:bodyPr rtlCol="0" anchor="b"/>
          <a:lstStyle/>
          <a:p>
            <a:pPr rtl="0"/>
            <a:r>
              <a:rPr lang="pt-br"/>
              <a:t>Clique para editar o estilo de título Mestre</a:t>
            </a:r>
          </a:p>
        </p:txBody>
      </p:sp>
      <p:sp>
        <p:nvSpPr>
          <p:cNvPr id="8" name="Espaço Reservado para Conteúdo 7">
            <a:extLst>
              <a:ext uri="{FF2B5EF4-FFF2-40B4-BE49-F238E27FC236}">
                <a16:creationId xmlns:a16="http://schemas.microsoft.com/office/drawing/2014/main" id="{07755DB3-9272-8E5E-039F-AC14A2C07898}"/>
              </a:ext>
            </a:extLst>
          </p:cNvPr>
          <p:cNvSpPr>
            <a:spLocks noGrp="1"/>
          </p:cNvSpPr>
          <p:nvPr>
            <p:ph sz="quarter" idx="14"/>
          </p:nvPr>
        </p:nvSpPr>
        <p:spPr>
          <a:xfrm>
            <a:off x="796834" y="2243328"/>
            <a:ext cx="6022524" cy="3805534"/>
          </a:xfrm>
        </p:spPr>
        <p:txBody>
          <a:bodyPr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
        <p:nvSpPr>
          <p:cNvPr id="5" name="Espaço Reservado para Imagem 10">
            <a:extLst>
              <a:ext uri="{FF2B5EF4-FFF2-40B4-BE49-F238E27FC236}">
                <a16:creationId xmlns:a16="http://schemas.microsoft.com/office/drawing/2014/main" id="{13B8FE68-7B6E-3218-44A6-F1880E54EE81}"/>
              </a:ext>
            </a:extLst>
          </p:cNvPr>
          <p:cNvSpPr>
            <a:spLocks noGrp="1"/>
          </p:cNvSpPr>
          <p:nvPr>
            <p:ph type="pic" sz="quarter" idx="18" hasCustomPrompt="1"/>
          </p:nvPr>
        </p:nvSpPr>
        <p:spPr>
          <a:xfrm>
            <a:off x="7401964" y="361186"/>
            <a:ext cx="4434840" cy="6135624"/>
          </a:xfrm>
          <a:blipFill>
            <a:blip r:embed="rId2">
              <a:alphaModFix amt="70000"/>
              <a:extLst>
                <a:ext uri="{28A0092B-C50C-407E-A947-70E740481C1C}">
                  <a14:useLocalDpi xmlns:a14="http://schemas.microsoft.com/office/drawing/2010/main" val="0"/>
                </a:ext>
              </a:extLst>
            </a:blip>
            <a:stretch>
              <a:fillRect/>
            </a:stretch>
          </a:blipFill>
          <a:ln w="19050">
            <a:noFill/>
            <a:miter lim="800000"/>
          </a:ln>
        </p:spPr>
        <p:txBody>
          <a:bodyPr rtlCol="0"/>
          <a:lstStyle>
            <a:lvl1pPr marL="0" indent="0">
              <a:buNone/>
              <a:defRPr/>
            </a:lvl1pPr>
          </a:lstStyle>
          <a:p>
            <a:pPr rtl="0"/>
            <a:r>
              <a:rPr lang="pt-br"/>
              <a:t> </a:t>
            </a:r>
          </a:p>
        </p:txBody>
      </p:sp>
      <p:sp>
        <p:nvSpPr>
          <p:cNvPr id="3" name="Retângulo 2">
            <a:extLst>
              <a:ext uri="{FF2B5EF4-FFF2-40B4-BE49-F238E27FC236}">
                <a16:creationId xmlns:a16="http://schemas.microsoft.com/office/drawing/2014/main" id="{519D2FFC-2E73-8E67-42FD-E85E9D7166B6}"/>
              </a:ext>
            </a:extLst>
          </p:cNvPr>
          <p:cNvSpPr/>
          <p:nvPr userDrawn="1"/>
        </p:nvSpPr>
        <p:spPr>
          <a:xfrm>
            <a:off x="337457" y="351065"/>
            <a:ext cx="6939845"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4" name="Retângulo 3">
            <a:extLst>
              <a:ext uri="{FF2B5EF4-FFF2-40B4-BE49-F238E27FC236}">
                <a16:creationId xmlns:a16="http://schemas.microsoft.com/office/drawing/2014/main" id="{4B0B6AB1-45E0-8ED2-07D0-7F09A97072E8}"/>
              </a:ext>
            </a:extLst>
          </p:cNvPr>
          <p:cNvSpPr/>
          <p:nvPr userDrawn="1"/>
        </p:nvSpPr>
        <p:spPr>
          <a:xfrm>
            <a:off x="7392820" y="351063"/>
            <a:ext cx="4453128"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6" name="Espaço Reservado para Data 5">
            <a:extLst>
              <a:ext uri="{FF2B5EF4-FFF2-40B4-BE49-F238E27FC236}">
                <a16:creationId xmlns:a16="http://schemas.microsoft.com/office/drawing/2014/main" id="{66BCA70D-4E1A-9515-CF3A-C9ADDAEA5180}"/>
              </a:ext>
            </a:extLst>
          </p:cNvPr>
          <p:cNvSpPr>
            <a:spLocks noGrp="1"/>
          </p:cNvSpPr>
          <p:nvPr>
            <p:ph type="dt" sz="half" idx="19"/>
          </p:nvPr>
        </p:nvSpPr>
        <p:spPr/>
        <p:txBody>
          <a:bodyPr rtlCol="0"/>
          <a:lstStyle/>
          <a:p>
            <a:pPr rtl="0"/>
            <a:r>
              <a:rPr lang="en-US"/>
              <a:t>10/8/2025</a:t>
            </a:r>
            <a:endParaRPr lang="en-US" dirty="0"/>
          </a:p>
        </p:txBody>
      </p:sp>
      <p:sp>
        <p:nvSpPr>
          <p:cNvPr id="7" name="Espaço Reservado para Rodapé 6">
            <a:extLst>
              <a:ext uri="{FF2B5EF4-FFF2-40B4-BE49-F238E27FC236}">
                <a16:creationId xmlns:a16="http://schemas.microsoft.com/office/drawing/2014/main" id="{6CE00F06-2901-FA79-7DB4-8439628B19A8}"/>
              </a:ext>
            </a:extLst>
          </p:cNvPr>
          <p:cNvSpPr>
            <a:spLocks noGrp="1"/>
          </p:cNvSpPr>
          <p:nvPr>
            <p:ph type="ftr" sz="quarter" idx="20"/>
          </p:nvPr>
        </p:nvSpPr>
        <p:spPr/>
        <p:txBody>
          <a:bodyPr rtlCol="0"/>
          <a:lstStyle/>
          <a:p>
            <a:pPr rtl="0"/>
            <a:r>
              <a:rPr lang="pt-br"/>
              <a:t>Texto de Exemplo do Rodapé</a:t>
            </a:r>
            <a:endParaRPr lang="en-US" dirty="0"/>
          </a:p>
        </p:txBody>
      </p:sp>
      <p:sp>
        <p:nvSpPr>
          <p:cNvPr id="9" name="Espaço Reservado para o Número do Slide 8">
            <a:extLst>
              <a:ext uri="{FF2B5EF4-FFF2-40B4-BE49-F238E27FC236}">
                <a16:creationId xmlns:a16="http://schemas.microsoft.com/office/drawing/2014/main" id="{3892C729-DF2C-B480-6535-64FC89E4561A}"/>
              </a:ext>
            </a:extLst>
          </p:cNvPr>
          <p:cNvSpPr>
            <a:spLocks noGrp="1"/>
          </p:cNvSpPr>
          <p:nvPr>
            <p:ph type="sldNum" sz="quarter" idx="21"/>
          </p:nvPr>
        </p:nvSpPr>
        <p:spPr/>
        <p:txBody>
          <a:bodyPr rtlCol="0"/>
          <a:lstStyle/>
          <a:p>
            <a:pPr rtl="0"/>
            <a:fld id="{CC057153-B650-4DEB-B370-79DDCFDCE934}" type="slidenum">
              <a:rPr lang="en-US" smtClean="0"/>
              <a:pPr rtl="0"/>
              <a:t>‹nº›</a:t>
            </a:fld>
            <a:endParaRPr lang="en-US" dirty="0"/>
          </a:p>
        </p:txBody>
      </p:sp>
    </p:spTree>
    <p:extLst>
      <p:ext uri="{BB962C8B-B14F-4D97-AF65-F5344CB8AC3E}">
        <p14:creationId xmlns:p14="http://schemas.microsoft.com/office/powerpoint/2010/main" val="186810086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údo com Imagem 8">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795527" y="4336837"/>
            <a:ext cx="3739896" cy="1863698"/>
          </a:xfrm>
        </p:spPr>
        <p:txBody>
          <a:bodyPr rtlCol="0" anchor="ctr">
            <a:normAutofit/>
          </a:bodyPr>
          <a:lstStyle>
            <a:lvl1pPr>
              <a:defRPr sz="3200"/>
            </a:lvl1pPr>
          </a:lstStyle>
          <a:p>
            <a:pPr rtl="0"/>
            <a:r>
              <a:rPr lang="pt-br"/>
              <a:t>Clique para editar o estilo de título Mestre</a:t>
            </a:r>
          </a:p>
        </p:txBody>
      </p:sp>
      <p:sp>
        <p:nvSpPr>
          <p:cNvPr id="15" name="Espaço Reservado para Imagem 10">
            <a:extLst>
              <a:ext uri="{FF2B5EF4-FFF2-40B4-BE49-F238E27FC236}">
                <a16:creationId xmlns:a16="http://schemas.microsoft.com/office/drawing/2014/main" id="{590F4507-3E12-8BCC-96C4-5E91E00DE057}"/>
              </a:ext>
            </a:extLst>
          </p:cNvPr>
          <p:cNvSpPr>
            <a:spLocks noGrp="1"/>
          </p:cNvSpPr>
          <p:nvPr>
            <p:ph type="pic" sz="quarter" idx="18" hasCustomPrompt="1"/>
          </p:nvPr>
        </p:nvSpPr>
        <p:spPr>
          <a:xfrm>
            <a:off x="348996" y="358671"/>
            <a:ext cx="11494008" cy="3547872"/>
          </a:xfrm>
          <a:blipFill dpi="0" rotWithShape="1">
            <a:blip r:embed="rId2">
              <a:alphaModFix amt="50000"/>
              <a:extLst>
                <a:ext uri="{28A0092B-C50C-407E-A947-70E740481C1C}">
                  <a14:useLocalDpi xmlns:a14="http://schemas.microsoft.com/office/drawing/2010/main" val="0"/>
                </a:ext>
              </a:extLst>
            </a:blip>
            <a:srcRect/>
            <a:stretch>
              <a:fillRect/>
            </a:stretch>
          </a:blipFill>
          <a:ln w="19050">
            <a:noFill/>
            <a:miter lim="800000"/>
          </a:ln>
        </p:spPr>
        <p:txBody>
          <a:bodyPr rtlCol="0"/>
          <a:lstStyle>
            <a:lvl1pPr marL="0" indent="0">
              <a:buNone/>
              <a:defRPr/>
            </a:lvl1pPr>
          </a:lstStyle>
          <a:p>
            <a:pPr rtl="0"/>
            <a:r>
              <a:rPr lang="pt-br"/>
              <a:t> </a:t>
            </a:r>
          </a:p>
        </p:txBody>
      </p:sp>
      <p:sp>
        <p:nvSpPr>
          <p:cNvPr id="8" name="Espaço Reservado para Conteúdo 7">
            <a:extLst>
              <a:ext uri="{FF2B5EF4-FFF2-40B4-BE49-F238E27FC236}">
                <a16:creationId xmlns:a16="http://schemas.microsoft.com/office/drawing/2014/main" id="{C3D15418-1E32-0501-0E66-54FC2DD08E39}"/>
              </a:ext>
            </a:extLst>
          </p:cNvPr>
          <p:cNvSpPr>
            <a:spLocks noGrp="1"/>
          </p:cNvSpPr>
          <p:nvPr>
            <p:ph sz="quarter" idx="14"/>
          </p:nvPr>
        </p:nvSpPr>
        <p:spPr>
          <a:xfrm>
            <a:off x="5349240" y="4336837"/>
            <a:ext cx="6041938" cy="1863698"/>
          </a:xfrm>
        </p:spPr>
        <p:txBody>
          <a:bodyPr rtlCol="0" anchor="ctr">
            <a:norm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
        <p:nvSpPr>
          <p:cNvPr id="5" name="Espaço Reservado para Data 4">
            <a:extLst>
              <a:ext uri="{FF2B5EF4-FFF2-40B4-BE49-F238E27FC236}">
                <a16:creationId xmlns:a16="http://schemas.microsoft.com/office/drawing/2014/main" id="{897D0B7E-1A60-DA52-6965-92412B1C2F9F}"/>
              </a:ext>
            </a:extLst>
          </p:cNvPr>
          <p:cNvSpPr>
            <a:spLocks noGrp="1"/>
          </p:cNvSpPr>
          <p:nvPr>
            <p:ph type="dt" sz="half" idx="10"/>
          </p:nvPr>
        </p:nvSpPr>
        <p:spPr/>
        <p:txBody>
          <a:bodyPr rtlCol="0"/>
          <a:lstStyle/>
          <a:p>
            <a:pPr rtl="0"/>
            <a:r>
              <a:rPr lang="en-US"/>
              <a:t>10/8/2025</a:t>
            </a:r>
            <a:endParaRPr lang="en-US" dirty="0"/>
          </a:p>
        </p:txBody>
      </p:sp>
      <p:sp>
        <p:nvSpPr>
          <p:cNvPr id="6" name="Espaço Reservado para Rodapé 5">
            <a:extLst>
              <a:ext uri="{FF2B5EF4-FFF2-40B4-BE49-F238E27FC236}">
                <a16:creationId xmlns:a16="http://schemas.microsoft.com/office/drawing/2014/main" id="{C2BDD5A2-CE3E-3215-6DAA-F75C0D1229DA}"/>
              </a:ext>
            </a:extLst>
          </p:cNvPr>
          <p:cNvSpPr>
            <a:spLocks noGrp="1"/>
          </p:cNvSpPr>
          <p:nvPr>
            <p:ph type="ftr" sz="quarter" idx="11"/>
          </p:nvPr>
        </p:nvSpPr>
        <p:spPr/>
        <p:txBody>
          <a:bodyPr rtlCol="0"/>
          <a:lstStyle/>
          <a:p>
            <a:pPr rtl="0"/>
            <a:r>
              <a:rPr lang="pt-br"/>
              <a:t>Exemplo de Texto de Rodapé</a:t>
            </a:r>
          </a:p>
        </p:txBody>
      </p:sp>
      <p:sp>
        <p:nvSpPr>
          <p:cNvPr id="7" name="Espaço Reservado para o Número do Slide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rtlCol="0"/>
          <a:lstStyle/>
          <a:p>
            <a:pPr rtl="0"/>
            <a:fld id="{CC057153-B650-4DEB-B370-79DDCFDCE934}" type="slidenum">
              <a:rPr lang="en-US" smtClean="0"/>
              <a:t>‹nº›</a:t>
            </a:fld>
            <a:endParaRPr lang="en-US" dirty="0"/>
          </a:p>
        </p:txBody>
      </p:sp>
      <p:sp>
        <p:nvSpPr>
          <p:cNvPr id="16" name="Retângulo 15">
            <a:extLst>
              <a:ext uri="{FF2B5EF4-FFF2-40B4-BE49-F238E27FC236}">
                <a16:creationId xmlns:a16="http://schemas.microsoft.com/office/drawing/2014/main" id="{DB72880B-AEAD-196C-0715-91B527BD2668}"/>
              </a:ext>
            </a:extLst>
          </p:cNvPr>
          <p:cNvSpPr/>
          <p:nvPr userDrawn="1"/>
        </p:nvSpPr>
        <p:spPr>
          <a:xfrm>
            <a:off x="337456" y="4038600"/>
            <a:ext cx="11527515" cy="2468336"/>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3" name="Retângulo 2">
            <a:extLst>
              <a:ext uri="{FF2B5EF4-FFF2-40B4-BE49-F238E27FC236}">
                <a16:creationId xmlns:a16="http://schemas.microsoft.com/office/drawing/2014/main" id="{D5541655-3554-4192-AE10-BB95B2B3FCA7}"/>
              </a:ext>
            </a:extLst>
          </p:cNvPr>
          <p:cNvSpPr/>
          <p:nvPr userDrawn="1"/>
        </p:nvSpPr>
        <p:spPr>
          <a:xfrm>
            <a:off x="339852" y="351064"/>
            <a:ext cx="11512296" cy="356308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Tree>
    <p:extLst>
      <p:ext uri="{BB962C8B-B14F-4D97-AF65-F5344CB8AC3E}">
        <p14:creationId xmlns:p14="http://schemas.microsoft.com/office/powerpoint/2010/main" val="416844384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údo com Imagem 9">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795527" y="647156"/>
            <a:ext cx="3739896" cy="1863698"/>
          </a:xfrm>
        </p:spPr>
        <p:txBody>
          <a:bodyPr rtlCol="0" anchor="ctr">
            <a:normAutofit/>
          </a:bodyPr>
          <a:lstStyle>
            <a:lvl1pPr>
              <a:defRPr sz="3200"/>
            </a:lvl1pPr>
          </a:lstStyle>
          <a:p>
            <a:pPr rtl="0"/>
            <a:r>
              <a:rPr lang="pt-br"/>
              <a:t>Clique para editar o estilo de título Mestre</a:t>
            </a:r>
          </a:p>
        </p:txBody>
      </p:sp>
      <p:sp>
        <p:nvSpPr>
          <p:cNvPr id="8" name="Espaço Reservado para Conteúdo 7">
            <a:extLst>
              <a:ext uri="{FF2B5EF4-FFF2-40B4-BE49-F238E27FC236}">
                <a16:creationId xmlns:a16="http://schemas.microsoft.com/office/drawing/2014/main" id="{C3D15418-1E32-0501-0E66-54FC2DD08E39}"/>
              </a:ext>
            </a:extLst>
          </p:cNvPr>
          <p:cNvSpPr>
            <a:spLocks noGrp="1"/>
          </p:cNvSpPr>
          <p:nvPr>
            <p:ph sz="quarter" idx="14"/>
          </p:nvPr>
        </p:nvSpPr>
        <p:spPr>
          <a:xfrm>
            <a:off x="5349240" y="647156"/>
            <a:ext cx="6041938" cy="1863698"/>
          </a:xfrm>
        </p:spPr>
        <p:txBody>
          <a:bodyPr rtlCol="0" anchor="ctr">
            <a:norm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
        <p:nvSpPr>
          <p:cNvPr id="15" name="Espaço Reservado para Imagem 10">
            <a:extLst>
              <a:ext uri="{FF2B5EF4-FFF2-40B4-BE49-F238E27FC236}">
                <a16:creationId xmlns:a16="http://schemas.microsoft.com/office/drawing/2014/main" id="{590F4507-3E12-8BCC-96C4-5E91E00DE057}"/>
              </a:ext>
            </a:extLst>
          </p:cNvPr>
          <p:cNvSpPr>
            <a:spLocks noGrp="1"/>
          </p:cNvSpPr>
          <p:nvPr>
            <p:ph type="pic" sz="quarter" idx="18" hasCustomPrompt="1"/>
          </p:nvPr>
        </p:nvSpPr>
        <p:spPr>
          <a:xfrm>
            <a:off x="348996" y="2940988"/>
            <a:ext cx="11494008" cy="3547872"/>
          </a:xfrm>
          <a:blipFill dpi="0" rotWithShape="1">
            <a:blip r:embed="rId2">
              <a:alphaModFix amt="50000"/>
              <a:extLst>
                <a:ext uri="{28A0092B-C50C-407E-A947-70E740481C1C}">
                  <a14:useLocalDpi xmlns:a14="http://schemas.microsoft.com/office/drawing/2010/main" val="0"/>
                </a:ext>
              </a:extLst>
            </a:blip>
            <a:srcRect/>
            <a:stretch>
              <a:fillRect/>
            </a:stretch>
          </a:blipFill>
          <a:ln w="19050">
            <a:noFill/>
            <a:miter lim="800000"/>
          </a:ln>
        </p:spPr>
        <p:txBody>
          <a:bodyPr rtlCol="0"/>
          <a:lstStyle>
            <a:lvl1pPr marL="0" indent="0">
              <a:buNone/>
              <a:defRPr/>
            </a:lvl1pPr>
          </a:lstStyle>
          <a:p>
            <a:pPr rtl="0"/>
            <a:r>
              <a:rPr lang="pt-br"/>
              <a:t> </a:t>
            </a:r>
          </a:p>
        </p:txBody>
      </p:sp>
      <p:sp>
        <p:nvSpPr>
          <p:cNvPr id="5" name="Espaço Reservado para Data 4">
            <a:extLst>
              <a:ext uri="{FF2B5EF4-FFF2-40B4-BE49-F238E27FC236}">
                <a16:creationId xmlns:a16="http://schemas.microsoft.com/office/drawing/2014/main" id="{897D0B7E-1A60-DA52-6965-92412B1C2F9F}"/>
              </a:ext>
            </a:extLst>
          </p:cNvPr>
          <p:cNvSpPr>
            <a:spLocks noGrp="1"/>
          </p:cNvSpPr>
          <p:nvPr>
            <p:ph type="dt" sz="half" idx="10"/>
          </p:nvPr>
        </p:nvSpPr>
        <p:spPr/>
        <p:txBody>
          <a:bodyPr rtlCol="0"/>
          <a:lstStyle/>
          <a:p>
            <a:pPr rtl="0"/>
            <a:r>
              <a:rPr lang="en-US"/>
              <a:t>10/8/2025</a:t>
            </a:r>
            <a:endParaRPr lang="en-US" dirty="0"/>
          </a:p>
        </p:txBody>
      </p:sp>
      <p:sp>
        <p:nvSpPr>
          <p:cNvPr id="6" name="Espaço Reservado para Rodapé 5">
            <a:extLst>
              <a:ext uri="{FF2B5EF4-FFF2-40B4-BE49-F238E27FC236}">
                <a16:creationId xmlns:a16="http://schemas.microsoft.com/office/drawing/2014/main" id="{C2BDD5A2-CE3E-3215-6DAA-F75C0D1229DA}"/>
              </a:ext>
            </a:extLst>
          </p:cNvPr>
          <p:cNvSpPr>
            <a:spLocks noGrp="1"/>
          </p:cNvSpPr>
          <p:nvPr>
            <p:ph type="ftr" sz="quarter" idx="11"/>
          </p:nvPr>
        </p:nvSpPr>
        <p:spPr/>
        <p:txBody>
          <a:bodyPr rtlCol="0"/>
          <a:lstStyle/>
          <a:p>
            <a:pPr rtl="0"/>
            <a:r>
              <a:rPr lang="pt-br"/>
              <a:t>Exemplo de Texto de Rodapé</a:t>
            </a:r>
          </a:p>
        </p:txBody>
      </p:sp>
      <p:sp>
        <p:nvSpPr>
          <p:cNvPr id="7" name="Espaço Reservado para o Número do Slide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rtlCol="0"/>
          <a:lstStyle/>
          <a:p>
            <a:pPr rtl="0"/>
            <a:fld id="{CC057153-B650-4DEB-B370-79DDCFDCE934}" type="slidenum">
              <a:rPr lang="en-US" smtClean="0"/>
              <a:t>‹nº›</a:t>
            </a:fld>
            <a:endParaRPr lang="en-US" dirty="0"/>
          </a:p>
        </p:txBody>
      </p:sp>
      <p:sp>
        <p:nvSpPr>
          <p:cNvPr id="16" name="Retângulo 15">
            <a:extLst>
              <a:ext uri="{FF2B5EF4-FFF2-40B4-BE49-F238E27FC236}">
                <a16:creationId xmlns:a16="http://schemas.microsoft.com/office/drawing/2014/main" id="{DB72880B-AEAD-196C-0715-91B527BD2668}"/>
              </a:ext>
            </a:extLst>
          </p:cNvPr>
          <p:cNvSpPr/>
          <p:nvPr userDrawn="1"/>
        </p:nvSpPr>
        <p:spPr>
          <a:xfrm>
            <a:off x="337456" y="348919"/>
            <a:ext cx="11527515" cy="2468336"/>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3" name="Retângulo 2">
            <a:extLst>
              <a:ext uri="{FF2B5EF4-FFF2-40B4-BE49-F238E27FC236}">
                <a16:creationId xmlns:a16="http://schemas.microsoft.com/office/drawing/2014/main" id="{D5541655-3554-4192-AE10-BB95B2B3FCA7}"/>
              </a:ext>
            </a:extLst>
          </p:cNvPr>
          <p:cNvSpPr/>
          <p:nvPr userDrawn="1"/>
        </p:nvSpPr>
        <p:spPr>
          <a:xfrm>
            <a:off x="339852" y="2933381"/>
            <a:ext cx="11512296" cy="356308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Tree>
    <p:extLst>
      <p:ext uri="{BB962C8B-B14F-4D97-AF65-F5344CB8AC3E}">
        <p14:creationId xmlns:p14="http://schemas.microsoft.com/office/powerpoint/2010/main" val="170220441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údo com Imagem 10">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6689438" y="826408"/>
            <a:ext cx="4663440" cy="932688"/>
          </a:xfrm>
        </p:spPr>
        <p:txBody>
          <a:bodyPr rtlCol="0" anchor="b"/>
          <a:lstStyle>
            <a:lvl1pPr>
              <a:defRPr sz="3200"/>
            </a:lvl1pPr>
          </a:lstStyle>
          <a:p>
            <a:pPr rtl="0"/>
            <a:r>
              <a:rPr lang="pt-br"/>
              <a:t>Clique para editar o estilo de título Mestre</a:t>
            </a:r>
          </a:p>
        </p:txBody>
      </p:sp>
      <p:sp>
        <p:nvSpPr>
          <p:cNvPr id="9" name="Espaço Reservado para Imagem 10">
            <a:extLst>
              <a:ext uri="{FF2B5EF4-FFF2-40B4-BE49-F238E27FC236}">
                <a16:creationId xmlns:a16="http://schemas.microsoft.com/office/drawing/2014/main" id="{9CA91B26-FF37-7619-CA98-3BF61F56874C}"/>
              </a:ext>
            </a:extLst>
          </p:cNvPr>
          <p:cNvSpPr>
            <a:spLocks noGrp="1"/>
          </p:cNvSpPr>
          <p:nvPr>
            <p:ph type="pic" sz="quarter" idx="18" hasCustomPrompt="1"/>
          </p:nvPr>
        </p:nvSpPr>
        <p:spPr>
          <a:xfrm>
            <a:off x="347038" y="361188"/>
            <a:ext cx="5757377" cy="6135624"/>
          </a:xfrm>
          <a:blipFill>
            <a:blip r:embed="rId2">
              <a:alphaModFix amt="70000"/>
              <a:extLst>
                <a:ext uri="{28A0092B-C50C-407E-A947-70E740481C1C}">
                  <a14:useLocalDpi xmlns:a14="http://schemas.microsoft.com/office/drawing/2010/main" val="0"/>
                </a:ext>
              </a:extLst>
            </a:blip>
            <a:stretch>
              <a:fillRect l="-2" r="-6568"/>
            </a:stretch>
          </a:blipFill>
          <a:ln w="19050">
            <a:noFill/>
            <a:miter lim="800000"/>
          </a:ln>
        </p:spPr>
        <p:txBody>
          <a:bodyPr rtlCol="0"/>
          <a:lstStyle>
            <a:lvl1pPr marL="0" indent="0">
              <a:buNone/>
              <a:defRPr/>
            </a:lvl1pPr>
          </a:lstStyle>
          <a:p>
            <a:pPr rtl="0"/>
            <a:r>
              <a:rPr lang="pt-br"/>
              <a:t> </a:t>
            </a:r>
          </a:p>
        </p:txBody>
      </p:sp>
      <p:sp>
        <p:nvSpPr>
          <p:cNvPr id="8" name="Espaço Reservado para Conteúdo 7">
            <a:extLst>
              <a:ext uri="{FF2B5EF4-FFF2-40B4-BE49-F238E27FC236}">
                <a16:creationId xmlns:a16="http://schemas.microsoft.com/office/drawing/2014/main" id="{7FF0220E-48F8-B4D9-19DE-7B457C3C221C}"/>
              </a:ext>
            </a:extLst>
          </p:cNvPr>
          <p:cNvSpPr>
            <a:spLocks noGrp="1"/>
          </p:cNvSpPr>
          <p:nvPr>
            <p:ph sz="quarter" idx="14"/>
          </p:nvPr>
        </p:nvSpPr>
        <p:spPr>
          <a:xfrm>
            <a:off x="6699775" y="2074889"/>
            <a:ext cx="4663440" cy="3973973"/>
          </a:xfrm>
        </p:spPr>
        <p:txBody>
          <a:bodyPr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
        <p:nvSpPr>
          <p:cNvPr id="3" name="Retângulo 2">
            <a:extLst>
              <a:ext uri="{FF2B5EF4-FFF2-40B4-BE49-F238E27FC236}">
                <a16:creationId xmlns:a16="http://schemas.microsoft.com/office/drawing/2014/main" id="{0B55BAA1-304B-22B8-AFFB-450B8B12DD5E}"/>
              </a:ext>
            </a:extLst>
          </p:cNvPr>
          <p:cNvSpPr/>
          <p:nvPr userDrawn="1"/>
        </p:nvSpPr>
        <p:spPr>
          <a:xfrm>
            <a:off x="6231369" y="351065"/>
            <a:ext cx="5617879"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6" name="Retângulo 5">
            <a:extLst>
              <a:ext uri="{FF2B5EF4-FFF2-40B4-BE49-F238E27FC236}">
                <a16:creationId xmlns:a16="http://schemas.microsoft.com/office/drawing/2014/main" id="{C33E9085-3DE0-967D-6FEC-87A68F2E38F7}"/>
              </a:ext>
            </a:extLst>
          </p:cNvPr>
          <p:cNvSpPr/>
          <p:nvPr userDrawn="1"/>
        </p:nvSpPr>
        <p:spPr>
          <a:xfrm>
            <a:off x="337458" y="351064"/>
            <a:ext cx="5777294" cy="615587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4" name="Espaço Reservado para Data 3">
            <a:extLst>
              <a:ext uri="{FF2B5EF4-FFF2-40B4-BE49-F238E27FC236}">
                <a16:creationId xmlns:a16="http://schemas.microsoft.com/office/drawing/2014/main" id="{0A73ECB8-1DC2-18B7-FB61-C5B409B1D3AB}"/>
              </a:ext>
            </a:extLst>
          </p:cNvPr>
          <p:cNvSpPr>
            <a:spLocks noGrp="1"/>
          </p:cNvSpPr>
          <p:nvPr>
            <p:ph type="dt" sz="half" idx="19"/>
          </p:nvPr>
        </p:nvSpPr>
        <p:spPr/>
        <p:txBody>
          <a:bodyPr rtlCol="0"/>
          <a:lstStyle/>
          <a:p>
            <a:pPr rtl="0"/>
            <a:r>
              <a:rPr lang="en-US"/>
              <a:t>10/8/2025</a:t>
            </a:r>
            <a:endParaRPr lang="en-US" dirty="0"/>
          </a:p>
        </p:txBody>
      </p:sp>
      <p:sp>
        <p:nvSpPr>
          <p:cNvPr id="5" name="Espaço Reservado para Rodapé 4">
            <a:extLst>
              <a:ext uri="{FF2B5EF4-FFF2-40B4-BE49-F238E27FC236}">
                <a16:creationId xmlns:a16="http://schemas.microsoft.com/office/drawing/2014/main" id="{EF837014-2CDD-1654-954A-3CFB437B0F79}"/>
              </a:ext>
            </a:extLst>
          </p:cNvPr>
          <p:cNvSpPr>
            <a:spLocks noGrp="1"/>
          </p:cNvSpPr>
          <p:nvPr>
            <p:ph type="ftr" sz="quarter" idx="20"/>
          </p:nvPr>
        </p:nvSpPr>
        <p:spPr/>
        <p:txBody>
          <a:bodyPr rtlCol="0"/>
          <a:lstStyle/>
          <a:p>
            <a:pPr rtl="0"/>
            <a:r>
              <a:rPr lang="pt-br"/>
              <a:t>Amostra de Texto de Rodapé</a:t>
            </a:r>
            <a:endParaRPr lang="en-US" dirty="0"/>
          </a:p>
        </p:txBody>
      </p:sp>
      <p:sp>
        <p:nvSpPr>
          <p:cNvPr id="7" name="Espaço Reservado para o Número do Slide 6">
            <a:extLst>
              <a:ext uri="{FF2B5EF4-FFF2-40B4-BE49-F238E27FC236}">
                <a16:creationId xmlns:a16="http://schemas.microsoft.com/office/drawing/2014/main" id="{44609910-6F41-81DC-11BD-5C3B23FB661D}"/>
              </a:ext>
            </a:extLst>
          </p:cNvPr>
          <p:cNvSpPr>
            <a:spLocks noGrp="1"/>
          </p:cNvSpPr>
          <p:nvPr>
            <p:ph type="sldNum" sz="quarter" idx="21"/>
          </p:nvPr>
        </p:nvSpPr>
        <p:spPr/>
        <p:txBody>
          <a:bodyPr rtlCol="0"/>
          <a:lstStyle/>
          <a:p>
            <a:pPr rtl="0"/>
            <a:fld id="{CC057153-B650-4DEB-B370-79DDCFDCE934}" type="slidenum">
              <a:rPr lang="en-US" smtClean="0"/>
              <a:pPr rtl="0"/>
              <a:t>‹nº›</a:t>
            </a:fld>
            <a:endParaRPr lang="en-US" dirty="0"/>
          </a:p>
        </p:txBody>
      </p:sp>
    </p:spTree>
    <p:extLst>
      <p:ext uri="{BB962C8B-B14F-4D97-AF65-F5344CB8AC3E}">
        <p14:creationId xmlns:p14="http://schemas.microsoft.com/office/powerpoint/2010/main" val="426246739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údo com Imagem 11">
    <p:spTree>
      <p:nvGrpSpPr>
        <p:cNvPr id="1" name=""/>
        <p:cNvGrpSpPr/>
        <p:nvPr/>
      </p:nvGrpSpPr>
      <p:grpSpPr>
        <a:xfrm>
          <a:off x="0" y="0"/>
          <a:ext cx="0" cy="0"/>
          <a:chOff x="0" y="0"/>
          <a:chExt cx="0" cy="0"/>
        </a:xfrm>
      </p:grpSpPr>
      <p:sp>
        <p:nvSpPr>
          <p:cNvPr id="17" name="Título 1">
            <a:extLst>
              <a:ext uri="{FF2B5EF4-FFF2-40B4-BE49-F238E27FC236}">
                <a16:creationId xmlns:a16="http://schemas.microsoft.com/office/drawing/2014/main" id="{5792E787-2C43-9150-BA2C-843318A1AFFF}"/>
              </a:ext>
            </a:extLst>
          </p:cNvPr>
          <p:cNvSpPr>
            <a:spLocks noGrp="1"/>
          </p:cNvSpPr>
          <p:nvPr>
            <p:ph type="title"/>
          </p:nvPr>
        </p:nvSpPr>
        <p:spPr>
          <a:xfrm>
            <a:off x="795526" y="826408"/>
            <a:ext cx="4663440" cy="932688"/>
          </a:xfrm>
        </p:spPr>
        <p:txBody>
          <a:bodyPr rtlCol="0" anchor="b"/>
          <a:lstStyle>
            <a:lvl1pPr>
              <a:defRPr sz="3200"/>
            </a:lvl1pPr>
          </a:lstStyle>
          <a:p>
            <a:pPr rtl="0"/>
            <a:r>
              <a:rPr lang="pt-br"/>
              <a:t>Clique para editar o estilo de título Mestre</a:t>
            </a:r>
          </a:p>
        </p:txBody>
      </p:sp>
      <p:sp>
        <p:nvSpPr>
          <p:cNvPr id="16" name="Espaço Reservado para Conteúdo 7">
            <a:extLst>
              <a:ext uri="{FF2B5EF4-FFF2-40B4-BE49-F238E27FC236}">
                <a16:creationId xmlns:a16="http://schemas.microsoft.com/office/drawing/2014/main" id="{BD289B8E-2849-E156-7279-DA72F5F75F07}"/>
              </a:ext>
            </a:extLst>
          </p:cNvPr>
          <p:cNvSpPr>
            <a:spLocks noGrp="1"/>
          </p:cNvSpPr>
          <p:nvPr>
            <p:ph sz="quarter" idx="14"/>
          </p:nvPr>
        </p:nvSpPr>
        <p:spPr>
          <a:xfrm>
            <a:off x="806111" y="2074889"/>
            <a:ext cx="4663440" cy="3973973"/>
          </a:xfrm>
        </p:spPr>
        <p:txBody>
          <a:bodyPr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
        <p:nvSpPr>
          <p:cNvPr id="6" name="Espaço Reservado para Imagem 10">
            <a:extLst>
              <a:ext uri="{FF2B5EF4-FFF2-40B4-BE49-F238E27FC236}">
                <a16:creationId xmlns:a16="http://schemas.microsoft.com/office/drawing/2014/main" id="{FD7785D8-F9B0-93D3-47A3-4ECAC8829E2B}"/>
              </a:ext>
            </a:extLst>
          </p:cNvPr>
          <p:cNvSpPr>
            <a:spLocks noGrp="1"/>
          </p:cNvSpPr>
          <p:nvPr>
            <p:ph type="pic" sz="quarter" idx="18" hasCustomPrompt="1"/>
          </p:nvPr>
        </p:nvSpPr>
        <p:spPr>
          <a:xfrm>
            <a:off x="6076602" y="361188"/>
            <a:ext cx="5757377" cy="6135624"/>
          </a:xfrm>
          <a:blipFill>
            <a:blip r:embed="rId2">
              <a:alphaModFix amt="70000"/>
              <a:extLst>
                <a:ext uri="{28A0092B-C50C-407E-A947-70E740481C1C}">
                  <a14:useLocalDpi xmlns:a14="http://schemas.microsoft.com/office/drawing/2010/main" val="0"/>
                </a:ext>
              </a:extLst>
            </a:blip>
            <a:stretch>
              <a:fillRect l="-2" r="-6568"/>
            </a:stretch>
          </a:blipFill>
          <a:ln w="19050">
            <a:noFill/>
            <a:miter lim="800000"/>
          </a:ln>
        </p:spPr>
        <p:txBody>
          <a:bodyPr rtlCol="0"/>
          <a:lstStyle>
            <a:lvl1pPr marL="0" indent="0">
              <a:buNone/>
              <a:defRPr/>
            </a:lvl1pPr>
          </a:lstStyle>
          <a:p>
            <a:pPr rtl="0"/>
            <a:r>
              <a:rPr lang="pt-br"/>
              <a:t> </a:t>
            </a:r>
          </a:p>
        </p:txBody>
      </p:sp>
      <p:sp>
        <p:nvSpPr>
          <p:cNvPr id="4" name="Retângulo 3">
            <a:extLst>
              <a:ext uri="{FF2B5EF4-FFF2-40B4-BE49-F238E27FC236}">
                <a16:creationId xmlns:a16="http://schemas.microsoft.com/office/drawing/2014/main" id="{DFCDBE87-6A57-2D73-C222-305AF961B664}"/>
              </a:ext>
            </a:extLst>
          </p:cNvPr>
          <p:cNvSpPr/>
          <p:nvPr userDrawn="1"/>
        </p:nvSpPr>
        <p:spPr>
          <a:xfrm>
            <a:off x="337457" y="351065"/>
            <a:ext cx="5600748"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Retângulo 1">
            <a:extLst>
              <a:ext uri="{FF2B5EF4-FFF2-40B4-BE49-F238E27FC236}">
                <a16:creationId xmlns:a16="http://schemas.microsoft.com/office/drawing/2014/main" id="{B17F243C-548D-9C48-60F5-BC8D58A018DE}"/>
              </a:ext>
            </a:extLst>
          </p:cNvPr>
          <p:cNvSpPr/>
          <p:nvPr userDrawn="1"/>
        </p:nvSpPr>
        <p:spPr>
          <a:xfrm>
            <a:off x="6059206" y="351065"/>
            <a:ext cx="5790042"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3" name="Espaço Reservado para Data 2">
            <a:extLst>
              <a:ext uri="{FF2B5EF4-FFF2-40B4-BE49-F238E27FC236}">
                <a16:creationId xmlns:a16="http://schemas.microsoft.com/office/drawing/2014/main" id="{CA039A1F-C7CE-E7D6-1B4E-1ACBB57F36D3}"/>
              </a:ext>
            </a:extLst>
          </p:cNvPr>
          <p:cNvSpPr>
            <a:spLocks noGrp="1"/>
          </p:cNvSpPr>
          <p:nvPr>
            <p:ph type="dt" sz="half" idx="19"/>
          </p:nvPr>
        </p:nvSpPr>
        <p:spPr/>
        <p:txBody>
          <a:bodyPr rtlCol="0"/>
          <a:lstStyle/>
          <a:p>
            <a:pPr rtl="0"/>
            <a:r>
              <a:rPr lang="en-US"/>
              <a:t>10/8/2025</a:t>
            </a:r>
            <a:endParaRPr lang="en-US" dirty="0"/>
          </a:p>
        </p:txBody>
      </p:sp>
      <p:sp>
        <p:nvSpPr>
          <p:cNvPr id="5" name="Espaço Reservado para Rodapé 4">
            <a:extLst>
              <a:ext uri="{FF2B5EF4-FFF2-40B4-BE49-F238E27FC236}">
                <a16:creationId xmlns:a16="http://schemas.microsoft.com/office/drawing/2014/main" id="{C0016FB1-CC33-21DB-78A1-2A47153DDE34}"/>
              </a:ext>
            </a:extLst>
          </p:cNvPr>
          <p:cNvSpPr>
            <a:spLocks noGrp="1"/>
          </p:cNvSpPr>
          <p:nvPr>
            <p:ph type="ftr" sz="quarter" idx="20"/>
          </p:nvPr>
        </p:nvSpPr>
        <p:spPr/>
        <p:txBody>
          <a:bodyPr rtlCol="0"/>
          <a:lstStyle/>
          <a:p>
            <a:pPr rtl="0"/>
            <a:r>
              <a:rPr lang="pt-br"/>
              <a:t>Amostra de Texto de Rodapé</a:t>
            </a:r>
            <a:endParaRPr lang="en-US" dirty="0"/>
          </a:p>
        </p:txBody>
      </p:sp>
      <p:sp>
        <p:nvSpPr>
          <p:cNvPr id="7" name="Espaço Reservado para o Número do Slide 6">
            <a:extLst>
              <a:ext uri="{FF2B5EF4-FFF2-40B4-BE49-F238E27FC236}">
                <a16:creationId xmlns:a16="http://schemas.microsoft.com/office/drawing/2014/main" id="{5389BFF0-9607-2311-C797-5384CE49E3B1}"/>
              </a:ext>
            </a:extLst>
          </p:cNvPr>
          <p:cNvSpPr>
            <a:spLocks noGrp="1"/>
          </p:cNvSpPr>
          <p:nvPr>
            <p:ph type="sldNum" sz="quarter" idx="21"/>
          </p:nvPr>
        </p:nvSpPr>
        <p:spPr/>
        <p:txBody>
          <a:bodyPr rtlCol="0"/>
          <a:lstStyle/>
          <a:p>
            <a:pPr rtl="0"/>
            <a:fld id="{CC057153-B650-4DEB-B370-79DDCFDCE934}" type="slidenum">
              <a:rPr lang="en-US" smtClean="0"/>
              <a:pPr rtl="0"/>
              <a:t>‹nº›</a:t>
            </a:fld>
            <a:endParaRPr lang="en-US" dirty="0"/>
          </a:p>
        </p:txBody>
      </p:sp>
    </p:spTree>
    <p:extLst>
      <p:ext uri="{BB962C8B-B14F-4D97-AF65-F5344CB8AC3E}">
        <p14:creationId xmlns:p14="http://schemas.microsoft.com/office/powerpoint/2010/main" val="329553026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údo com Imagem 12">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612646" y="603504"/>
            <a:ext cx="10972802" cy="970463"/>
          </a:xfrm>
        </p:spPr>
        <p:txBody>
          <a:bodyPr rtlCol="0" anchor="ctr"/>
          <a:lstStyle/>
          <a:p>
            <a:pPr rtl="0"/>
            <a:r>
              <a:rPr lang="pt-br"/>
              <a:t>Clique para editar o estilo de título Mestre</a:t>
            </a:r>
          </a:p>
        </p:txBody>
      </p:sp>
      <p:sp>
        <p:nvSpPr>
          <p:cNvPr id="8" name="Espaço Reservado para Conteúdo 7">
            <a:extLst>
              <a:ext uri="{FF2B5EF4-FFF2-40B4-BE49-F238E27FC236}">
                <a16:creationId xmlns:a16="http://schemas.microsoft.com/office/drawing/2014/main" id="{C1897688-419F-6EB2-5CC1-DC14924E5FC3}"/>
              </a:ext>
            </a:extLst>
          </p:cNvPr>
          <p:cNvSpPr>
            <a:spLocks noGrp="1"/>
          </p:cNvSpPr>
          <p:nvPr>
            <p:ph sz="quarter" idx="14"/>
          </p:nvPr>
        </p:nvSpPr>
        <p:spPr>
          <a:xfrm>
            <a:off x="627123" y="2235200"/>
            <a:ext cx="5294376" cy="3958167"/>
          </a:xfrm>
        </p:spPr>
        <p:txBody>
          <a:bodyPr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
        <p:nvSpPr>
          <p:cNvPr id="9" name="Espaço Reservado para Imagem 14">
            <a:extLst>
              <a:ext uri="{FF2B5EF4-FFF2-40B4-BE49-F238E27FC236}">
                <a16:creationId xmlns:a16="http://schemas.microsoft.com/office/drawing/2014/main" id="{BF24582F-746D-10FD-1348-A8E31D7459B4}"/>
              </a:ext>
            </a:extLst>
          </p:cNvPr>
          <p:cNvSpPr>
            <a:spLocks noGrp="1"/>
          </p:cNvSpPr>
          <p:nvPr>
            <p:ph type="pic" sz="quarter" idx="15" hasCustomPrompt="1"/>
          </p:nvPr>
        </p:nvSpPr>
        <p:spPr>
          <a:xfrm>
            <a:off x="6355507" y="1944079"/>
            <a:ext cx="5486767" cy="4553712"/>
          </a:xfrm>
          <a:blipFill dpi="0" rotWithShape="1">
            <a:blip r:embed="rId2">
              <a:alphaModFix amt="50000"/>
              <a:extLst>
                <a:ext uri="{28A0092B-C50C-407E-A947-70E740481C1C}">
                  <a14:useLocalDpi xmlns:a14="http://schemas.microsoft.com/office/drawing/2010/main" val="0"/>
                </a:ext>
              </a:extLst>
            </a:blip>
            <a:srcRect/>
            <a:stretch>
              <a:fillRect r="-16492"/>
            </a:stretch>
          </a:blipFill>
        </p:spPr>
        <p:txBody>
          <a:bodyPr rtlCol="0"/>
          <a:lstStyle>
            <a:lvl1pPr marL="0" indent="0">
              <a:buNone/>
              <a:defRPr/>
            </a:lvl1pPr>
          </a:lstStyle>
          <a:p>
            <a:pPr rtl="0"/>
            <a:r>
              <a:rPr lang="pt-br"/>
              <a:t> </a:t>
            </a:r>
          </a:p>
        </p:txBody>
      </p:sp>
      <p:sp>
        <p:nvSpPr>
          <p:cNvPr id="5" name="Espaço Reservado para Data 4">
            <a:extLst>
              <a:ext uri="{FF2B5EF4-FFF2-40B4-BE49-F238E27FC236}">
                <a16:creationId xmlns:a16="http://schemas.microsoft.com/office/drawing/2014/main" id="{897D0B7E-1A60-DA52-6965-92412B1C2F9F}"/>
              </a:ext>
            </a:extLst>
          </p:cNvPr>
          <p:cNvSpPr>
            <a:spLocks noGrp="1"/>
          </p:cNvSpPr>
          <p:nvPr>
            <p:ph type="dt" sz="half" idx="10"/>
          </p:nvPr>
        </p:nvSpPr>
        <p:spPr/>
        <p:txBody>
          <a:bodyPr rtlCol="0"/>
          <a:lstStyle/>
          <a:p>
            <a:pPr rtl="0"/>
            <a:r>
              <a:rPr lang="en-US"/>
              <a:t>10/8/2025</a:t>
            </a:r>
            <a:endParaRPr lang="en-US" dirty="0"/>
          </a:p>
        </p:txBody>
      </p:sp>
      <p:sp>
        <p:nvSpPr>
          <p:cNvPr id="6" name="Espaço Reservado para Rodapé 5">
            <a:extLst>
              <a:ext uri="{FF2B5EF4-FFF2-40B4-BE49-F238E27FC236}">
                <a16:creationId xmlns:a16="http://schemas.microsoft.com/office/drawing/2014/main" id="{C2BDD5A2-CE3E-3215-6DAA-F75C0D1229DA}"/>
              </a:ext>
            </a:extLst>
          </p:cNvPr>
          <p:cNvSpPr>
            <a:spLocks noGrp="1"/>
          </p:cNvSpPr>
          <p:nvPr>
            <p:ph type="ftr" sz="quarter" idx="11"/>
          </p:nvPr>
        </p:nvSpPr>
        <p:spPr/>
        <p:txBody>
          <a:bodyPr rtlCol="0"/>
          <a:lstStyle/>
          <a:p>
            <a:pPr rtl="0"/>
            <a:r>
              <a:rPr lang="pt-br"/>
              <a:t>Exemplo de Texto de Rodapé</a:t>
            </a:r>
          </a:p>
        </p:txBody>
      </p:sp>
      <p:sp>
        <p:nvSpPr>
          <p:cNvPr id="7" name="Espaço Reservado para o Número do Slide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rtlCol="0"/>
          <a:lstStyle/>
          <a:p>
            <a:pPr rtl="0"/>
            <a:fld id="{CC057153-B650-4DEB-B370-79DDCFDCE934}" type="slidenum">
              <a:rPr lang="en-US" smtClean="0"/>
              <a:t>‹nº›</a:t>
            </a:fld>
            <a:endParaRPr lang="en-US" dirty="0"/>
          </a:p>
        </p:txBody>
      </p:sp>
      <p:sp>
        <p:nvSpPr>
          <p:cNvPr id="3" name="Retângulo 2">
            <a:extLst>
              <a:ext uri="{FF2B5EF4-FFF2-40B4-BE49-F238E27FC236}">
                <a16:creationId xmlns:a16="http://schemas.microsoft.com/office/drawing/2014/main" id="{3A30DF84-4A5D-63C5-1700-34F6AA007632}"/>
              </a:ext>
            </a:extLst>
          </p:cNvPr>
          <p:cNvSpPr/>
          <p:nvPr userDrawn="1"/>
        </p:nvSpPr>
        <p:spPr>
          <a:xfrm flipV="1">
            <a:off x="337457" y="351062"/>
            <a:ext cx="11512296" cy="146503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4" name="Retângulo 3">
            <a:extLst>
              <a:ext uri="{FF2B5EF4-FFF2-40B4-BE49-F238E27FC236}">
                <a16:creationId xmlns:a16="http://schemas.microsoft.com/office/drawing/2014/main" id="{079E6EAC-5CB1-AF25-6E5B-8E37D120C9B3}"/>
              </a:ext>
            </a:extLst>
          </p:cNvPr>
          <p:cNvSpPr/>
          <p:nvPr userDrawn="1"/>
        </p:nvSpPr>
        <p:spPr>
          <a:xfrm>
            <a:off x="6355507" y="1929406"/>
            <a:ext cx="5494246" cy="4577529"/>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12" name="Retângulo 11">
            <a:extLst>
              <a:ext uri="{FF2B5EF4-FFF2-40B4-BE49-F238E27FC236}">
                <a16:creationId xmlns:a16="http://schemas.microsoft.com/office/drawing/2014/main" id="{1153CEAA-92AB-A832-438A-7F6ACCDFE1B4}"/>
              </a:ext>
            </a:extLst>
          </p:cNvPr>
          <p:cNvSpPr/>
          <p:nvPr userDrawn="1"/>
        </p:nvSpPr>
        <p:spPr>
          <a:xfrm>
            <a:off x="343147" y="1929406"/>
            <a:ext cx="5870448" cy="4577529"/>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Tree>
    <p:extLst>
      <p:ext uri="{BB962C8B-B14F-4D97-AF65-F5344CB8AC3E}">
        <p14:creationId xmlns:p14="http://schemas.microsoft.com/office/powerpoint/2010/main" val="383951642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údo com Imagem 13">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612648" y="603504"/>
            <a:ext cx="10972800" cy="969264"/>
          </a:xfrm>
        </p:spPr>
        <p:txBody>
          <a:bodyPr rtlCol="0" anchor="ctr" anchorCtr="0">
            <a:normAutofit/>
          </a:bodyPr>
          <a:lstStyle>
            <a:lvl1pPr>
              <a:defRPr sz="4000"/>
            </a:lvl1pPr>
          </a:lstStyle>
          <a:p>
            <a:pPr rtl="0"/>
            <a:r>
              <a:rPr lang="pt-br"/>
              <a:t>Clique para editar o estilo de título Mestre</a:t>
            </a:r>
          </a:p>
        </p:txBody>
      </p:sp>
      <p:sp>
        <p:nvSpPr>
          <p:cNvPr id="10" name="Espaço Reservado para Imagem 14">
            <a:extLst>
              <a:ext uri="{FF2B5EF4-FFF2-40B4-BE49-F238E27FC236}">
                <a16:creationId xmlns:a16="http://schemas.microsoft.com/office/drawing/2014/main" id="{1CACF551-8B8E-91BE-64C5-80EA221DEAE4}"/>
              </a:ext>
            </a:extLst>
          </p:cNvPr>
          <p:cNvSpPr>
            <a:spLocks noGrp="1"/>
          </p:cNvSpPr>
          <p:nvPr>
            <p:ph type="pic" sz="quarter" idx="15" hasCustomPrompt="1"/>
          </p:nvPr>
        </p:nvSpPr>
        <p:spPr>
          <a:xfrm>
            <a:off x="354740" y="1944079"/>
            <a:ext cx="6391656" cy="4553712"/>
          </a:xfrm>
          <a:blipFill dpi="0" rotWithShape="1">
            <a:blip r:embed="rId2">
              <a:alphaModFix amt="50000"/>
              <a:extLst>
                <a:ext uri="{28A0092B-C50C-407E-A947-70E740481C1C}">
                  <a14:useLocalDpi xmlns:a14="http://schemas.microsoft.com/office/drawing/2010/main" val="0"/>
                </a:ext>
              </a:extLst>
            </a:blip>
            <a:srcRect/>
            <a:stretch>
              <a:fillRect/>
            </a:stretch>
          </a:blipFill>
        </p:spPr>
        <p:txBody>
          <a:bodyPr rtlCol="0"/>
          <a:lstStyle>
            <a:lvl1pPr marL="0" indent="0">
              <a:buNone/>
              <a:defRPr/>
            </a:lvl1pPr>
          </a:lstStyle>
          <a:p>
            <a:pPr rtl="0"/>
            <a:r>
              <a:rPr lang="pt-br"/>
              <a:t> </a:t>
            </a:r>
          </a:p>
        </p:txBody>
      </p:sp>
      <p:sp>
        <p:nvSpPr>
          <p:cNvPr id="8" name="Espaço Reservado para Conteúdo 7">
            <a:extLst>
              <a:ext uri="{FF2B5EF4-FFF2-40B4-BE49-F238E27FC236}">
                <a16:creationId xmlns:a16="http://schemas.microsoft.com/office/drawing/2014/main" id="{747AED59-1A26-9C13-8482-7857E7DEFE52}"/>
              </a:ext>
            </a:extLst>
          </p:cNvPr>
          <p:cNvSpPr>
            <a:spLocks noGrp="1"/>
          </p:cNvSpPr>
          <p:nvPr>
            <p:ph sz="quarter" idx="14"/>
          </p:nvPr>
        </p:nvSpPr>
        <p:spPr>
          <a:xfrm>
            <a:off x="7159752" y="2231136"/>
            <a:ext cx="4425696" cy="3959352"/>
          </a:xfrm>
        </p:spPr>
        <p:txBody>
          <a:bodyPr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
        <p:nvSpPr>
          <p:cNvPr id="4" name="Retângulo 3">
            <a:extLst>
              <a:ext uri="{FF2B5EF4-FFF2-40B4-BE49-F238E27FC236}">
                <a16:creationId xmlns:a16="http://schemas.microsoft.com/office/drawing/2014/main" id="{BD2198D5-C9C0-500B-4DBC-656F475E493C}"/>
              </a:ext>
            </a:extLst>
          </p:cNvPr>
          <p:cNvSpPr/>
          <p:nvPr userDrawn="1"/>
        </p:nvSpPr>
        <p:spPr>
          <a:xfrm>
            <a:off x="337457" y="1944078"/>
            <a:ext cx="6408939" cy="4562855"/>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5" name="Espaço Reservado para Data 4">
            <a:extLst>
              <a:ext uri="{FF2B5EF4-FFF2-40B4-BE49-F238E27FC236}">
                <a16:creationId xmlns:a16="http://schemas.microsoft.com/office/drawing/2014/main" id="{C97157FB-CF65-571C-117F-F8FAD8D9FF52}"/>
              </a:ext>
            </a:extLst>
          </p:cNvPr>
          <p:cNvSpPr>
            <a:spLocks noGrp="1"/>
          </p:cNvSpPr>
          <p:nvPr>
            <p:ph type="dt" sz="half" idx="19"/>
          </p:nvPr>
        </p:nvSpPr>
        <p:spPr/>
        <p:txBody>
          <a:bodyPr rtlCol="0"/>
          <a:lstStyle/>
          <a:p>
            <a:pPr rtl="0"/>
            <a:r>
              <a:rPr lang="en-US"/>
              <a:t>10/8/2025</a:t>
            </a:r>
            <a:endParaRPr lang="en-US" dirty="0"/>
          </a:p>
        </p:txBody>
      </p:sp>
      <p:sp>
        <p:nvSpPr>
          <p:cNvPr id="7" name="Espaço Reservado para Rodapé 6">
            <a:extLst>
              <a:ext uri="{FF2B5EF4-FFF2-40B4-BE49-F238E27FC236}">
                <a16:creationId xmlns:a16="http://schemas.microsoft.com/office/drawing/2014/main" id="{F57136A7-5DB5-FAF4-1437-4CDA5E545739}"/>
              </a:ext>
            </a:extLst>
          </p:cNvPr>
          <p:cNvSpPr>
            <a:spLocks noGrp="1"/>
          </p:cNvSpPr>
          <p:nvPr>
            <p:ph type="ftr" sz="quarter" idx="20"/>
          </p:nvPr>
        </p:nvSpPr>
        <p:spPr/>
        <p:txBody>
          <a:bodyPr rtlCol="0"/>
          <a:lstStyle/>
          <a:p>
            <a:pPr rtl="0"/>
            <a:r>
              <a:rPr lang="pt-br"/>
              <a:t>Texto de Exemplo do Rodapé</a:t>
            </a:r>
            <a:endParaRPr lang="en-US" dirty="0"/>
          </a:p>
        </p:txBody>
      </p:sp>
      <p:sp>
        <p:nvSpPr>
          <p:cNvPr id="9" name="Espaço Reservado para o Número do Slide 8">
            <a:extLst>
              <a:ext uri="{FF2B5EF4-FFF2-40B4-BE49-F238E27FC236}">
                <a16:creationId xmlns:a16="http://schemas.microsoft.com/office/drawing/2014/main" id="{C9602816-1AAA-FE35-5C91-01A9C5DEAD00}"/>
              </a:ext>
            </a:extLst>
          </p:cNvPr>
          <p:cNvSpPr>
            <a:spLocks noGrp="1"/>
          </p:cNvSpPr>
          <p:nvPr>
            <p:ph type="sldNum" sz="quarter" idx="21"/>
          </p:nvPr>
        </p:nvSpPr>
        <p:spPr/>
        <p:txBody>
          <a:bodyPr rtlCol="0"/>
          <a:lstStyle/>
          <a:p>
            <a:pPr rtl="0"/>
            <a:fld id="{CC057153-B650-4DEB-B370-79DDCFDCE934}" type="slidenum">
              <a:rPr lang="en-US" smtClean="0"/>
              <a:pPr rtl="0"/>
              <a:t>‹nº›</a:t>
            </a:fld>
            <a:endParaRPr lang="en-US" dirty="0"/>
          </a:p>
        </p:txBody>
      </p:sp>
      <p:sp>
        <p:nvSpPr>
          <p:cNvPr id="11" name="Retângulo 10">
            <a:extLst>
              <a:ext uri="{FF2B5EF4-FFF2-40B4-BE49-F238E27FC236}">
                <a16:creationId xmlns:a16="http://schemas.microsoft.com/office/drawing/2014/main" id="{DD9B28C9-C087-B7F9-1930-361BCE1DC434}"/>
              </a:ext>
            </a:extLst>
          </p:cNvPr>
          <p:cNvSpPr/>
          <p:nvPr userDrawn="1"/>
        </p:nvSpPr>
        <p:spPr>
          <a:xfrm flipV="1">
            <a:off x="337457" y="351062"/>
            <a:ext cx="11512296" cy="146503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12" name="Retângulo 11">
            <a:extLst>
              <a:ext uri="{FF2B5EF4-FFF2-40B4-BE49-F238E27FC236}">
                <a16:creationId xmlns:a16="http://schemas.microsoft.com/office/drawing/2014/main" id="{A9DFE5E0-34BA-A35C-6B4F-7D3C8C7C4F9B}"/>
              </a:ext>
            </a:extLst>
          </p:cNvPr>
          <p:cNvSpPr/>
          <p:nvPr userDrawn="1"/>
        </p:nvSpPr>
        <p:spPr>
          <a:xfrm>
            <a:off x="6874592" y="1929406"/>
            <a:ext cx="4975161" cy="4577529"/>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Tree>
    <p:extLst>
      <p:ext uri="{BB962C8B-B14F-4D97-AF65-F5344CB8AC3E}">
        <p14:creationId xmlns:p14="http://schemas.microsoft.com/office/powerpoint/2010/main" val="181511315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údo com Imagem 14">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612646" y="603504"/>
            <a:ext cx="10972802" cy="970463"/>
          </a:xfrm>
        </p:spPr>
        <p:txBody>
          <a:bodyPr rtlCol="0" anchor="ctr"/>
          <a:lstStyle/>
          <a:p>
            <a:pPr rtl="0"/>
            <a:r>
              <a:rPr lang="pt-br"/>
              <a:t>Clique para editar o estilo de título Mestre</a:t>
            </a:r>
          </a:p>
        </p:txBody>
      </p:sp>
      <p:sp>
        <p:nvSpPr>
          <p:cNvPr id="15" name="Espaço Reservado para Imagem 14">
            <a:extLst>
              <a:ext uri="{FF2B5EF4-FFF2-40B4-BE49-F238E27FC236}">
                <a16:creationId xmlns:a16="http://schemas.microsoft.com/office/drawing/2014/main" id="{689C2E73-8CB7-AB0A-D373-D9BCBE160AE9}"/>
              </a:ext>
            </a:extLst>
          </p:cNvPr>
          <p:cNvSpPr>
            <a:spLocks noGrp="1"/>
          </p:cNvSpPr>
          <p:nvPr>
            <p:ph type="pic" sz="quarter" idx="15"/>
          </p:nvPr>
        </p:nvSpPr>
        <p:spPr>
          <a:xfrm>
            <a:off x="354740" y="1944079"/>
            <a:ext cx="5486767" cy="4553712"/>
          </a:xfrm>
          <a:blipFill dpi="0" rotWithShape="1">
            <a:blip r:embed="rId2">
              <a:alphaModFix amt="50000"/>
              <a:extLst>
                <a:ext uri="{28A0092B-C50C-407E-A947-70E740481C1C}">
                  <a14:useLocalDpi xmlns:a14="http://schemas.microsoft.com/office/drawing/2010/main" val="0"/>
                </a:ext>
              </a:extLst>
            </a:blip>
            <a:srcRect/>
            <a:stretch>
              <a:fillRect r="-16492"/>
            </a:stretch>
          </a:blipFill>
        </p:spPr>
        <p:txBody>
          <a:bodyPr rtlCol="0"/>
          <a:lstStyle/>
          <a:p>
            <a:pPr rtl="0"/>
            <a:endParaRPr lang="en-US" dirty="0"/>
          </a:p>
        </p:txBody>
      </p:sp>
      <p:sp>
        <p:nvSpPr>
          <p:cNvPr id="8" name="Espaço Reservado para Conteúdo 7">
            <a:extLst>
              <a:ext uri="{FF2B5EF4-FFF2-40B4-BE49-F238E27FC236}">
                <a16:creationId xmlns:a16="http://schemas.microsoft.com/office/drawing/2014/main" id="{C1897688-419F-6EB2-5CC1-DC14924E5FC3}"/>
              </a:ext>
            </a:extLst>
          </p:cNvPr>
          <p:cNvSpPr>
            <a:spLocks noGrp="1"/>
          </p:cNvSpPr>
          <p:nvPr>
            <p:ph sz="quarter" idx="14"/>
          </p:nvPr>
        </p:nvSpPr>
        <p:spPr>
          <a:xfrm>
            <a:off x="6289440" y="2235200"/>
            <a:ext cx="5289915" cy="3958167"/>
          </a:xfrm>
        </p:spPr>
        <p:txBody>
          <a:bodyPr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
        <p:nvSpPr>
          <p:cNvPr id="5" name="Espaço Reservado para Data 4">
            <a:extLst>
              <a:ext uri="{FF2B5EF4-FFF2-40B4-BE49-F238E27FC236}">
                <a16:creationId xmlns:a16="http://schemas.microsoft.com/office/drawing/2014/main" id="{897D0B7E-1A60-DA52-6965-92412B1C2F9F}"/>
              </a:ext>
            </a:extLst>
          </p:cNvPr>
          <p:cNvSpPr>
            <a:spLocks noGrp="1"/>
          </p:cNvSpPr>
          <p:nvPr>
            <p:ph type="dt" sz="half" idx="10"/>
          </p:nvPr>
        </p:nvSpPr>
        <p:spPr/>
        <p:txBody>
          <a:bodyPr rtlCol="0"/>
          <a:lstStyle/>
          <a:p>
            <a:pPr rtl="0"/>
            <a:r>
              <a:rPr lang="en-US"/>
              <a:t>10/8/2025</a:t>
            </a:r>
            <a:endParaRPr lang="en-US" dirty="0"/>
          </a:p>
        </p:txBody>
      </p:sp>
      <p:sp>
        <p:nvSpPr>
          <p:cNvPr id="6" name="Espaço Reservado para Rodapé 5">
            <a:extLst>
              <a:ext uri="{FF2B5EF4-FFF2-40B4-BE49-F238E27FC236}">
                <a16:creationId xmlns:a16="http://schemas.microsoft.com/office/drawing/2014/main" id="{C2BDD5A2-CE3E-3215-6DAA-F75C0D1229DA}"/>
              </a:ext>
            </a:extLst>
          </p:cNvPr>
          <p:cNvSpPr>
            <a:spLocks noGrp="1"/>
          </p:cNvSpPr>
          <p:nvPr>
            <p:ph type="ftr" sz="quarter" idx="11"/>
          </p:nvPr>
        </p:nvSpPr>
        <p:spPr/>
        <p:txBody>
          <a:bodyPr rtlCol="0"/>
          <a:lstStyle/>
          <a:p>
            <a:pPr rtl="0"/>
            <a:r>
              <a:rPr lang="pt-br"/>
              <a:t>Exemplo de Texto de Rodapé</a:t>
            </a:r>
          </a:p>
        </p:txBody>
      </p:sp>
      <p:sp>
        <p:nvSpPr>
          <p:cNvPr id="7" name="Espaço Reservado para o Número do Slide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rtlCol="0"/>
          <a:lstStyle/>
          <a:p>
            <a:pPr rtl="0"/>
            <a:fld id="{CC057153-B650-4DEB-B370-79DDCFDCE934}" type="slidenum">
              <a:rPr lang="en-US" smtClean="0"/>
              <a:t>‹nº›</a:t>
            </a:fld>
            <a:endParaRPr lang="en-US" dirty="0"/>
          </a:p>
        </p:txBody>
      </p:sp>
      <p:sp>
        <p:nvSpPr>
          <p:cNvPr id="3" name="Retângulo 2">
            <a:extLst>
              <a:ext uri="{FF2B5EF4-FFF2-40B4-BE49-F238E27FC236}">
                <a16:creationId xmlns:a16="http://schemas.microsoft.com/office/drawing/2014/main" id="{3A30DF84-4A5D-63C5-1700-34F6AA007632}"/>
              </a:ext>
            </a:extLst>
          </p:cNvPr>
          <p:cNvSpPr/>
          <p:nvPr userDrawn="1"/>
        </p:nvSpPr>
        <p:spPr>
          <a:xfrm flipV="1">
            <a:off x="337457" y="351062"/>
            <a:ext cx="11512296" cy="146503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4" name="Retângulo 3">
            <a:extLst>
              <a:ext uri="{FF2B5EF4-FFF2-40B4-BE49-F238E27FC236}">
                <a16:creationId xmlns:a16="http://schemas.microsoft.com/office/drawing/2014/main" id="{079E6EAC-5CB1-AF25-6E5B-8E37D120C9B3}"/>
              </a:ext>
            </a:extLst>
          </p:cNvPr>
          <p:cNvSpPr/>
          <p:nvPr userDrawn="1"/>
        </p:nvSpPr>
        <p:spPr>
          <a:xfrm>
            <a:off x="339851" y="1929406"/>
            <a:ext cx="5513832" cy="4577529"/>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12" name="Retângulo 11">
            <a:extLst>
              <a:ext uri="{FF2B5EF4-FFF2-40B4-BE49-F238E27FC236}">
                <a16:creationId xmlns:a16="http://schemas.microsoft.com/office/drawing/2014/main" id="{1153CEAA-92AB-A832-438A-7F6ACCDFE1B4}"/>
              </a:ext>
            </a:extLst>
          </p:cNvPr>
          <p:cNvSpPr/>
          <p:nvPr userDrawn="1"/>
        </p:nvSpPr>
        <p:spPr>
          <a:xfrm>
            <a:off x="5978984" y="1929406"/>
            <a:ext cx="5870770" cy="4577529"/>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Tree>
    <p:extLst>
      <p:ext uri="{BB962C8B-B14F-4D97-AF65-F5344CB8AC3E}">
        <p14:creationId xmlns:p14="http://schemas.microsoft.com/office/powerpoint/2010/main" val="271316557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údo com Imagem 15">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4613350" y="819005"/>
            <a:ext cx="6777828" cy="932688"/>
          </a:xfrm>
        </p:spPr>
        <p:txBody>
          <a:bodyPr rtlCol="0" anchor="b"/>
          <a:lstStyle>
            <a:lvl1pPr>
              <a:defRPr sz="4000"/>
            </a:lvl1pPr>
          </a:lstStyle>
          <a:p>
            <a:pPr rtl="0"/>
            <a:r>
              <a:rPr lang="pt-br"/>
              <a:t>Clique para editar o estilo de título Mestre</a:t>
            </a:r>
          </a:p>
        </p:txBody>
      </p:sp>
      <p:sp>
        <p:nvSpPr>
          <p:cNvPr id="10" name="Espaço Reservado para Imagem 10">
            <a:extLst>
              <a:ext uri="{FF2B5EF4-FFF2-40B4-BE49-F238E27FC236}">
                <a16:creationId xmlns:a16="http://schemas.microsoft.com/office/drawing/2014/main" id="{5C69378E-FD50-D0FE-49E9-FE6939F87E05}"/>
              </a:ext>
            </a:extLst>
          </p:cNvPr>
          <p:cNvSpPr>
            <a:spLocks noGrp="1"/>
          </p:cNvSpPr>
          <p:nvPr>
            <p:ph type="pic" sz="quarter" idx="18" hasCustomPrompt="1"/>
          </p:nvPr>
        </p:nvSpPr>
        <p:spPr>
          <a:xfrm>
            <a:off x="357366" y="361188"/>
            <a:ext cx="3657600" cy="6135624"/>
          </a:xfrm>
          <a:blipFill>
            <a:blip r:embed="rId2">
              <a:alphaModFix amt="70000"/>
              <a:extLst>
                <a:ext uri="{28A0092B-C50C-407E-A947-70E740481C1C}">
                  <a14:useLocalDpi xmlns:a14="http://schemas.microsoft.com/office/drawing/2010/main" val="0"/>
                </a:ext>
              </a:extLst>
            </a:blip>
            <a:stretch>
              <a:fillRect/>
            </a:stretch>
          </a:blipFill>
          <a:ln w="19050">
            <a:noFill/>
            <a:miter lim="800000"/>
          </a:ln>
        </p:spPr>
        <p:txBody>
          <a:bodyPr rtlCol="0"/>
          <a:lstStyle>
            <a:lvl1pPr marL="0" indent="0">
              <a:buNone/>
              <a:defRPr/>
            </a:lvl1pPr>
          </a:lstStyle>
          <a:p>
            <a:pPr rtl="0"/>
            <a:r>
              <a:rPr lang="pt-br"/>
              <a:t> </a:t>
            </a:r>
          </a:p>
        </p:txBody>
      </p:sp>
      <p:sp>
        <p:nvSpPr>
          <p:cNvPr id="8" name="Espaço Reservado para Conteúdo 7">
            <a:extLst>
              <a:ext uri="{FF2B5EF4-FFF2-40B4-BE49-F238E27FC236}">
                <a16:creationId xmlns:a16="http://schemas.microsoft.com/office/drawing/2014/main" id="{818B74D6-CD72-B859-C229-60DB988B25E3}"/>
              </a:ext>
            </a:extLst>
          </p:cNvPr>
          <p:cNvSpPr>
            <a:spLocks noGrp="1"/>
          </p:cNvSpPr>
          <p:nvPr>
            <p:ph sz="quarter" idx="14"/>
          </p:nvPr>
        </p:nvSpPr>
        <p:spPr>
          <a:xfrm>
            <a:off x="4613350" y="2032216"/>
            <a:ext cx="6777828" cy="4034337"/>
          </a:xfrm>
        </p:spPr>
        <p:txBody>
          <a:bodyPr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
        <p:nvSpPr>
          <p:cNvPr id="6" name="Retângulo 5">
            <a:extLst>
              <a:ext uri="{FF2B5EF4-FFF2-40B4-BE49-F238E27FC236}">
                <a16:creationId xmlns:a16="http://schemas.microsoft.com/office/drawing/2014/main" id="{02928F2E-550C-7EE7-5A6C-C30C820D21DB}"/>
              </a:ext>
            </a:extLst>
          </p:cNvPr>
          <p:cNvSpPr/>
          <p:nvPr userDrawn="1"/>
        </p:nvSpPr>
        <p:spPr>
          <a:xfrm>
            <a:off x="4155746" y="351065"/>
            <a:ext cx="7693502"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3" name="Retângulo 2">
            <a:extLst>
              <a:ext uri="{FF2B5EF4-FFF2-40B4-BE49-F238E27FC236}">
                <a16:creationId xmlns:a16="http://schemas.microsoft.com/office/drawing/2014/main" id="{24DB15E2-0F9C-EDBB-3379-237D2F02B133}"/>
              </a:ext>
            </a:extLst>
          </p:cNvPr>
          <p:cNvSpPr/>
          <p:nvPr userDrawn="1"/>
        </p:nvSpPr>
        <p:spPr>
          <a:xfrm>
            <a:off x="348222" y="351064"/>
            <a:ext cx="3675888" cy="615587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4" name="Espaço Reservado para Data 3">
            <a:extLst>
              <a:ext uri="{FF2B5EF4-FFF2-40B4-BE49-F238E27FC236}">
                <a16:creationId xmlns:a16="http://schemas.microsoft.com/office/drawing/2014/main" id="{BA4BF609-8734-8C2B-E441-E7DBAE6E3BDA}"/>
              </a:ext>
            </a:extLst>
          </p:cNvPr>
          <p:cNvSpPr>
            <a:spLocks noGrp="1"/>
          </p:cNvSpPr>
          <p:nvPr>
            <p:ph type="dt" sz="half" idx="19"/>
          </p:nvPr>
        </p:nvSpPr>
        <p:spPr/>
        <p:txBody>
          <a:bodyPr rtlCol="0"/>
          <a:lstStyle/>
          <a:p>
            <a:pPr rtl="0"/>
            <a:r>
              <a:rPr lang="en-US"/>
              <a:t>10/8/2025</a:t>
            </a:r>
            <a:endParaRPr lang="en-US" dirty="0"/>
          </a:p>
        </p:txBody>
      </p:sp>
      <p:sp>
        <p:nvSpPr>
          <p:cNvPr id="5" name="Espaço Reservado para Rodapé 4">
            <a:extLst>
              <a:ext uri="{FF2B5EF4-FFF2-40B4-BE49-F238E27FC236}">
                <a16:creationId xmlns:a16="http://schemas.microsoft.com/office/drawing/2014/main" id="{F7450EF1-CAAF-B39A-ED1F-4F967B0786C6}"/>
              </a:ext>
            </a:extLst>
          </p:cNvPr>
          <p:cNvSpPr>
            <a:spLocks noGrp="1"/>
          </p:cNvSpPr>
          <p:nvPr>
            <p:ph type="ftr" sz="quarter" idx="20"/>
          </p:nvPr>
        </p:nvSpPr>
        <p:spPr/>
        <p:txBody>
          <a:bodyPr rtlCol="0"/>
          <a:lstStyle/>
          <a:p>
            <a:pPr rtl="0"/>
            <a:r>
              <a:rPr lang="pt-br"/>
              <a:t>Amostra de Texto de Rodapé</a:t>
            </a:r>
            <a:endParaRPr lang="en-US" dirty="0"/>
          </a:p>
        </p:txBody>
      </p:sp>
      <p:sp>
        <p:nvSpPr>
          <p:cNvPr id="7" name="Espaço Reservado para o Número do Slide 6">
            <a:extLst>
              <a:ext uri="{FF2B5EF4-FFF2-40B4-BE49-F238E27FC236}">
                <a16:creationId xmlns:a16="http://schemas.microsoft.com/office/drawing/2014/main" id="{E4D70B86-8D60-DBF5-42C5-FE10E0C6FE86}"/>
              </a:ext>
            </a:extLst>
          </p:cNvPr>
          <p:cNvSpPr>
            <a:spLocks noGrp="1"/>
          </p:cNvSpPr>
          <p:nvPr>
            <p:ph type="sldNum" sz="quarter" idx="21"/>
          </p:nvPr>
        </p:nvSpPr>
        <p:spPr/>
        <p:txBody>
          <a:bodyPr rtlCol="0"/>
          <a:lstStyle/>
          <a:p>
            <a:pPr rtl="0"/>
            <a:fld id="{CC057153-B650-4DEB-B370-79DDCFDCE934}" type="slidenum">
              <a:rPr lang="en-US" smtClean="0"/>
              <a:pPr rtl="0"/>
              <a:t>‹nº›</a:t>
            </a:fld>
            <a:endParaRPr lang="en-US" dirty="0"/>
          </a:p>
        </p:txBody>
      </p:sp>
    </p:spTree>
    <p:extLst>
      <p:ext uri="{BB962C8B-B14F-4D97-AF65-F5344CB8AC3E}">
        <p14:creationId xmlns:p14="http://schemas.microsoft.com/office/powerpoint/2010/main" val="210669405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údo com Imagem 16">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795527" y="829475"/>
            <a:ext cx="6714892" cy="932688"/>
          </a:xfrm>
        </p:spPr>
        <p:txBody>
          <a:bodyPr rtlCol="0" anchor="b"/>
          <a:lstStyle>
            <a:lvl1pPr>
              <a:defRPr sz="4000"/>
            </a:lvl1pPr>
          </a:lstStyle>
          <a:p>
            <a:pPr rtl="0"/>
            <a:r>
              <a:rPr lang="pt-br"/>
              <a:t>Clique para editar o estilo de título Mestre</a:t>
            </a:r>
          </a:p>
        </p:txBody>
      </p:sp>
      <p:sp>
        <p:nvSpPr>
          <p:cNvPr id="8" name="Espaço Reservado para Conteúdo 7">
            <a:extLst>
              <a:ext uri="{FF2B5EF4-FFF2-40B4-BE49-F238E27FC236}">
                <a16:creationId xmlns:a16="http://schemas.microsoft.com/office/drawing/2014/main" id="{07755DB3-9272-8E5E-039F-AC14A2C07898}"/>
              </a:ext>
            </a:extLst>
          </p:cNvPr>
          <p:cNvSpPr>
            <a:spLocks noGrp="1"/>
          </p:cNvSpPr>
          <p:nvPr>
            <p:ph sz="quarter" idx="14"/>
          </p:nvPr>
        </p:nvSpPr>
        <p:spPr>
          <a:xfrm>
            <a:off x="795527" y="2047532"/>
            <a:ext cx="6714892" cy="4001330"/>
          </a:xfrm>
        </p:spPr>
        <p:txBody>
          <a:bodyPr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
        <p:nvSpPr>
          <p:cNvPr id="3" name="Retângulo 2">
            <a:extLst>
              <a:ext uri="{FF2B5EF4-FFF2-40B4-BE49-F238E27FC236}">
                <a16:creationId xmlns:a16="http://schemas.microsoft.com/office/drawing/2014/main" id="{854216C9-E47F-BA93-3528-3DC28359BBA5}"/>
              </a:ext>
            </a:extLst>
          </p:cNvPr>
          <p:cNvSpPr/>
          <p:nvPr userDrawn="1"/>
        </p:nvSpPr>
        <p:spPr>
          <a:xfrm>
            <a:off x="337457" y="351065"/>
            <a:ext cx="7631033"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6" name="Espaço Reservado para Imagem 10">
            <a:extLst>
              <a:ext uri="{FF2B5EF4-FFF2-40B4-BE49-F238E27FC236}">
                <a16:creationId xmlns:a16="http://schemas.microsoft.com/office/drawing/2014/main" id="{22729334-E74F-1D47-30E9-2040D0CCDE77}"/>
              </a:ext>
            </a:extLst>
          </p:cNvPr>
          <p:cNvSpPr>
            <a:spLocks noGrp="1"/>
          </p:cNvSpPr>
          <p:nvPr>
            <p:ph type="pic" sz="quarter" idx="18" hasCustomPrompt="1"/>
          </p:nvPr>
        </p:nvSpPr>
        <p:spPr>
          <a:xfrm>
            <a:off x="8094185" y="356616"/>
            <a:ext cx="3739896" cy="6144768"/>
          </a:xfrm>
          <a:blipFill>
            <a:blip r:embed="rId2">
              <a:alphaModFix amt="70000"/>
              <a:extLst>
                <a:ext uri="{28A0092B-C50C-407E-A947-70E740481C1C}">
                  <a14:useLocalDpi xmlns:a14="http://schemas.microsoft.com/office/drawing/2010/main" val="0"/>
                </a:ext>
              </a:extLst>
            </a:blip>
            <a:stretch>
              <a:fillRect/>
            </a:stretch>
          </a:blipFill>
          <a:ln w="19050">
            <a:noFill/>
            <a:miter lim="800000"/>
          </a:ln>
        </p:spPr>
        <p:txBody>
          <a:bodyPr rtlCol="0"/>
          <a:lstStyle>
            <a:lvl1pPr marL="0" indent="0">
              <a:buNone/>
              <a:defRPr/>
            </a:lvl1pPr>
          </a:lstStyle>
          <a:p>
            <a:pPr rtl="0"/>
            <a:r>
              <a:rPr lang="pt-br"/>
              <a:t> </a:t>
            </a:r>
          </a:p>
        </p:txBody>
      </p:sp>
      <p:sp>
        <p:nvSpPr>
          <p:cNvPr id="4" name="Retângulo 3">
            <a:extLst>
              <a:ext uri="{FF2B5EF4-FFF2-40B4-BE49-F238E27FC236}">
                <a16:creationId xmlns:a16="http://schemas.microsoft.com/office/drawing/2014/main" id="{3105E7D9-8EB1-CCEE-CB59-564CC173739B}"/>
              </a:ext>
            </a:extLst>
          </p:cNvPr>
          <p:cNvSpPr/>
          <p:nvPr userDrawn="1"/>
        </p:nvSpPr>
        <p:spPr>
          <a:xfrm>
            <a:off x="8085041" y="351064"/>
            <a:ext cx="3758184" cy="615587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5" name="Espaço Reservado para Data 4">
            <a:extLst>
              <a:ext uri="{FF2B5EF4-FFF2-40B4-BE49-F238E27FC236}">
                <a16:creationId xmlns:a16="http://schemas.microsoft.com/office/drawing/2014/main" id="{A1E56C7E-4D47-A5C6-F745-1B24CC384826}"/>
              </a:ext>
            </a:extLst>
          </p:cNvPr>
          <p:cNvSpPr>
            <a:spLocks noGrp="1"/>
          </p:cNvSpPr>
          <p:nvPr>
            <p:ph type="dt" sz="half" idx="19"/>
          </p:nvPr>
        </p:nvSpPr>
        <p:spPr/>
        <p:txBody>
          <a:bodyPr rtlCol="0"/>
          <a:lstStyle/>
          <a:p>
            <a:pPr rtl="0"/>
            <a:r>
              <a:rPr lang="en-US"/>
              <a:t>10/8/2025</a:t>
            </a:r>
            <a:endParaRPr lang="en-US" dirty="0"/>
          </a:p>
        </p:txBody>
      </p:sp>
      <p:sp>
        <p:nvSpPr>
          <p:cNvPr id="7" name="Espaço Reservado para Rodapé 6">
            <a:extLst>
              <a:ext uri="{FF2B5EF4-FFF2-40B4-BE49-F238E27FC236}">
                <a16:creationId xmlns:a16="http://schemas.microsoft.com/office/drawing/2014/main" id="{ECE34178-1A83-36BE-0EBF-390C6CB30C87}"/>
              </a:ext>
            </a:extLst>
          </p:cNvPr>
          <p:cNvSpPr>
            <a:spLocks noGrp="1"/>
          </p:cNvSpPr>
          <p:nvPr>
            <p:ph type="ftr" sz="quarter" idx="20"/>
          </p:nvPr>
        </p:nvSpPr>
        <p:spPr/>
        <p:txBody>
          <a:bodyPr rtlCol="0"/>
          <a:lstStyle/>
          <a:p>
            <a:pPr rtl="0"/>
            <a:r>
              <a:rPr lang="pt-br"/>
              <a:t>Texto de Exemplo do Rodapé</a:t>
            </a:r>
            <a:endParaRPr lang="en-US" dirty="0"/>
          </a:p>
        </p:txBody>
      </p:sp>
      <p:sp>
        <p:nvSpPr>
          <p:cNvPr id="9" name="Espaço Reservado para o Número do Slide 8">
            <a:extLst>
              <a:ext uri="{FF2B5EF4-FFF2-40B4-BE49-F238E27FC236}">
                <a16:creationId xmlns:a16="http://schemas.microsoft.com/office/drawing/2014/main" id="{E476F11D-D618-B08B-95BA-C3F1030D58AD}"/>
              </a:ext>
            </a:extLst>
          </p:cNvPr>
          <p:cNvSpPr>
            <a:spLocks noGrp="1"/>
          </p:cNvSpPr>
          <p:nvPr>
            <p:ph type="sldNum" sz="quarter" idx="21"/>
          </p:nvPr>
        </p:nvSpPr>
        <p:spPr/>
        <p:txBody>
          <a:bodyPr rtlCol="0"/>
          <a:lstStyle/>
          <a:p>
            <a:pPr rtl="0"/>
            <a:fld id="{CC057153-B650-4DEB-B370-79DDCFDCE934}" type="slidenum">
              <a:rPr lang="en-US" smtClean="0"/>
              <a:pPr rtl="0"/>
              <a:t>‹nº›</a:t>
            </a:fld>
            <a:endParaRPr lang="en-US" dirty="0"/>
          </a:p>
        </p:txBody>
      </p:sp>
    </p:spTree>
    <p:extLst>
      <p:ext uri="{BB962C8B-B14F-4D97-AF65-F5344CB8AC3E}">
        <p14:creationId xmlns:p14="http://schemas.microsoft.com/office/powerpoint/2010/main" val="313478261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údo com Imagem 17">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612648" y="599599"/>
            <a:ext cx="4672584" cy="1453896"/>
          </a:xfrm>
        </p:spPr>
        <p:txBody>
          <a:bodyPr rtlCol="0">
            <a:normAutofit/>
          </a:bodyPr>
          <a:lstStyle>
            <a:lvl1pPr>
              <a:defRPr sz="3600"/>
            </a:lvl1pPr>
          </a:lstStyle>
          <a:p>
            <a:pPr rtl="0"/>
            <a:r>
              <a:rPr lang="pt-br"/>
              <a:t>Clique para editar o estilo de título Mestre</a:t>
            </a:r>
          </a:p>
        </p:txBody>
      </p:sp>
      <p:sp>
        <p:nvSpPr>
          <p:cNvPr id="12" name="Espaço Reservado para Imagem 11">
            <a:extLst>
              <a:ext uri="{FF2B5EF4-FFF2-40B4-BE49-F238E27FC236}">
                <a16:creationId xmlns:a16="http://schemas.microsoft.com/office/drawing/2014/main" id="{4FE3DA23-DE55-6AE0-AF3B-E9803246C7CD}"/>
              </a:ext>
            </a:extLst>
          </p:cNvPr>
          <p:cNvSpPr>
            <a:spLocks noGrp="1"/>
          </p:cNvSpPr>
          <p:nvPr>
            <p:ph type="pic" sz="quarter" idx="15" hasCustomPrompt="1"/>
          </p:nvPr>
        </p:nvSpPr>
        <p:spPr>
          <a:xfrm>
            <a:off x="349324" y="2423719"/>
            <a:ext cx="5175504" cy="4069080"/>
          </a:xfrm>
          <a:blipFill>
            <a:blip r:embed="rId2">
              <a:alphaModFix amt="50000"/>
              <a:extLst>
                <a:ext uri="{28A0092B-C50C-407E-A947-70E740481C1C}">
                  <a14:useLocalDpi xmlns:a14="http://schemas.microsoft.com/office/drawing/2010/main" val="0"/>
                </a:ext>
              </a:extLst>
            </a:blip>
            <a:stretch>
              <a:fillRect/>
            </a:stretch>
          </a:blipFill>
        </p:spPr>
        <p:txBody>
          <a:bodyPr rtlCol="0"/>
          <a:lstStyle>
            <a:lvl1pPr marL="0" indent="0">
              <a:buNone/>
              <a:defRPr/>
            </a:lvl1pPr>
          </a:lstStyle>
          <a:p>
            <a:pPr rtl="0"/>
            <a:r>
              <a:rPr lang="pt-br"/>
              <a:t> </a:t>
            </a:r>
          </a:p>
        </p:txBody>
      </p:sp>
      <p:sp>
        <p:nvSpPr>
          <p:cNvPr id="8" name="Espaço Reservado para Conteúdo 7">
            <a:extLst>
              <a:ext uri="{FF2B5EF4-FFF2-40B4-BE49-F238E27FC236}">
                <a16:creationId xmlns:a16="http://schemas.microsoft.com/office/drawing/2014/main" id="{8BAC3300-BF12-B200-9F06-8D5AC45CB7EF}"/>
              </a:ext>
            </a:extLst>
          </p:cNvPr>
          <p:cNvSpPr>
            <a:spLocks noGrp="1"/>
          </p:cNvSpPr>
          <p:nvPr>
            <p:ph sz="quarter" idx="14"/>
          </p:nvPr>
        </p:nvSpPr>
        <p:spPr>
          <a:xfrm>
            <a:off x="5937402" y="599600"/>
            <a:ext cx="5633165" cy="5623360"/>
          </a:xfrm>
        </p:spPr>
        <p:txBody>
          <a:bodyPr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
        <p:nvSpPr>
          <p:cNvPr id="5" name="Espaço Reservado para Data 4">
            <a:extLst>
              <a:ext uri="{FF2B5EF4-FFF2-40B4-BE49-F238E27FC236}">
                <a16:creationId xmlns:a16="http://schemas.microsoft.com/office/drawing/2014/main" id="{897D0B7E-1A60-DA52-6965-92412B1C2F9F}"/>
              </a:ext>
            </a:extLst>
          </p:cNvPr>
          <p:cNvSpPr>
            <a:spLocks noGrp="1"/>
          </p:cNvSpPr>
          <p:nvPr>
            <p:ph type="dt" sz="half" idx="10"/>
          </p:nvPr>
        </p:nvSpPr>
        <p:spPr/>
        <p:txBody>
          <a:bodyPr rtlCol="0"/>
          <a:lstStyle/>
          <a:p>
            <a:pPr rtl="0"/>
            <a:r>
              <a:rPr lang="en-US"/>
              <a:t>10/8/2025</a:t>
            </a:r>
            <a:endParaRPr lang="en-US" dirty="0"/>
          </a:p>
        </p:txBody>
      </p:sp>
      <p:sp>
        <p:nvSpPr>
          <p:cNvPr id="6" name="Espaço Reservado para Rodapé 5">
            <a:extLst>
              <a:ext uri="{FF2B5EF4-FFF2-40B4-BE49-F238E27FC236}">
                <a16:creationId xmlns:a16="http://schemas.microsoft.com/office/drawing/2014/main" id="{C2BDD5A2-CE3E-3215-6DAA-F75C0D1229DA}"/>
              </a:ext>
            </a:extLst>
          </p:cNvPr>
          <p:cNvSpPr>
            <a:spLocks noGrp="1"/>
          </p:cNvSpPr>
          <p:nvPr>
            <p:ph type="ftr" sz="quarter" idx="11"/>
          </p:nvPr>
        </p:nvSpPr>
        <p:spPr/>
        <p:txBody>
          <a:bodyPr rtlCol="0"/>
          <a:lstStyle/>
          <a:p>
            <a:pPr rtl="0"/>
            <a:r>
              <a:rPr lang="pt-br"/>
              <a:t>Exemplo de Texto de Rodapé</a:t>
            </a:r>
          </a:p>
        </p:txBody>
      </p:sp>
      <p:sp>
        <p:nvSpPr>
          <p:cNvPr id="7" name="Espaço Reservado para o Número do Slide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rtlCol="0"/>
          <a:lstStyle/>
          <a:p>
            <a:pPr rtl="0"/>
            <a:fld id="{CC057153-B650-4DEB-B370-79DDCFDCE934}" type="slidenum">
              <a:rPr lang="en-US" smtClean="0"/>
              <a:t>‹nº›</a:t>
            </a:fld>
            <a:endParaRPr lang="en-US" dirty="0"/>
          </a:p>
        </p:txBody>
      </p:sp>
      <p:sp>
        <p:nvSpPr>
          <p:cNvPr id="3" name="Retângulo 2">
            <a:extLst>
              <a:ext uri="{FF2B5EF4-FFF2-40B4-BE49-F238E27FC236}">
                <a16:creationId xmlns:a16="http://schemas.microsoft.com/office/drawing/2014/main" id="{2125B15E-907B-22E5-9483-591409F1460D}"/>
              </a:ext>
            </a:extLst>
          </p:cNvPr>
          <p:cNvSpPr/>
          <p:nvPr userDrawn="1"/>
        </p:nvSpPr>
        <p:spPr>
          <a:xfrm flipV="1">
            <a:off x="337457" y="351059"/>
            <a:ext cx="5199238" cy="1939829"/>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4" name="Retângulo 3">
            <a:extLst>
              <a:ext uri="{FF2B5EF4-FFF2-40B4-BE49-F238E27FC236}">
                <a16:creationId xmlns:a16="http://schemas.microsoft.com/office/drawing/2014/main" id="{944643D3-05AA-D000-6F70-B39D3E837EF5}"/>
              </a:ext>
            </a:extLst>
          </p:cNvPr>
          <p:cNvSpPr/>
          <p:nvPr userDrawn="1"/>
        </p:nvSpPr>
        <p:spPr>
          <a:xfrm>
            <a:off x="5665293" y="351065"/>
            <a:ext cx="6189249"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9" name="Retângulo 8">
            <a:extLst>
              <a:ext uri="{FF2B5EF4-FFF2-40B4-BE49-F238E27FC236}">
                <a16:creationId xmlns:a16="http://schemas.microsoft.com/office/drawing/2014/main" id="{907DB142-72B7-699F-6F87-2EFB2EBF3B22}"/>
              </a:ext>
            </a:extLst>
          </p:cNvPr>
          <p:cNvSpPr/>
          <p:nvPr userDrawn="1"/>
        </p:nvSpPr>
        <p:spPr>
          <a:xfrm flipV="1">
            <a:off x="337457" y="2409583"/>
            <a:ext cx="5199238" cy="4097352"/>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Tree>
    <p:extLst>
      <p:ext uri="{BB962C8B-B14F-4D97-AF65-F5344CB8AC3E}">
        <p14:creationId xmlns:p14="http://schemas.microsoft.com/office/powerpoint/2010/main" val="65142009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údo com Imagem 18">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612648" y="599599"/>
            <a:ext cx="3946824" cy="1453896"/>
          </a:xfrm>
        </p:spPr>
        <p:txBody>
          <a:bodyPr rtlCol="0">
            <a:normAutofit/>
          </a:bodyPr>
          <a:lstStyle>
            <a:lvl1pPr>
              <a:defRPr sz="3200"/>
            </a:lvl1pPr>
          </a:lstStyle>
          <a:p>
            <a:pPr rtl="0"/>
            <a:r>
              <a:rPr lang="pt-br"/>
              <a:t>Clique para editar o estilo de título Mestre</a:t>
            </a:r>
          </a:p>
        </p:txBody>
      </p:sp>
      <p:sp>
        <p:nvSpPr>
          <p:cNvPr id="12" name="Espaço Reservado para Imagem 11">
            <a:extLst>
              <a:ext uri="{FF2B5EF4-FFF2-40B4-BE49-F238E27FC236}">
                <a16:creationId xmlns:a16="http://schemas.microsoft.com/office/drawing/2014/main" id="{4FE3DA23-DE55-6AE0-AF3B-E9803246C7CD}"/>
              </a:ext>
            </a:extLst>
          </p:cNvPr>
          <p:cNvSpPr>
            <a:spLocks noGrp="1"/>
          </p:cNvSpPr>
          <p:nvPr>
            <p:ph type="pic" sz="quarter" idx="15"/>
          </p:nvPr>
        </p:nvSpPr>
        <p:spPr>
          <a:xfrm>
            <a:off x="349324" y="2423719"/>
            <a:ext cx="4476676" cy="4069080"/>
          </a:xfrm>
          <a:blipFill dpi="0" rotWithShape="1">
            <a:blip r:embed="rId2">
              <a:alphaModFix amt="50000"/>
              <a:extLst>
                <a:ext uri="{28A0092B-C50C-407E-A947-70E740481C1C}">
                  <a14:useLocalDpi xmlns:a14="http://schemas.microsoft.com/office/drawing/2010/main" val="0"/>
                </a:ext>
              </a:extLst>
            </a:blip>
            <a:srcRect/>
            <a:stretch>
              <a:fillRect/>
            </a:stretch>
          </a:blipFill>
        </p:spPr>
        <p:txBody>
          <a:bodyPr rtlCol="0"/>
          <a:lstStyle/>
          <a:p>
            <a:pPr rtl="0"/>
            <a:endParaRPr lang="en-US" dirty="0"/>
          </a:p>
        </p:txBody>
      </p:sp>
      <p:sp>
        <p:nvSpPr>
          <p:cNvPr id="8" name="Espaço Reservado para Conteúdo 7">
            <a:extLst>
              <a:ext uri="{FF2B5EF4-FFF2-40B4-BE49-F238E27FC236}">
                <a16:creationId xmlns:a16="http://schemas.microsoft.com/office/drawing/2014/main" id="{8BAC3300-BF12-B200-9F06-8D5AC45CB7EF}"/>
              </a:ext>
            </a:extLst>
          </p:cNvPr>
          <p:cNvSpPr>
            <a:spLocks noGrp="1"/>
          </p:cNvSpPr>
          <p:nvPr>
            <p:ph sz="quarter" idx="14"/>
          </p:nvPr>
        </p:nvSpPr>
        <p:spPr>
          <a:xfrm>
            <a:off x="5220382" y="599600"/>
            <a:ext cx="6350185" cy="5623360"/>
          </a:xfrm>
        </p:spPr>
        <p:txBody>
          <a:bodyPr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
        <p:nvSpPr>
          <p:cNvPr id="5" name="Espaço Reservado para Data 4">
            <a:extLst>
              <a:ext uri="{FF2B5EF4-FFF2-40B4-BE49-F238E27FC236}">
                <a16:creationId xmlns:a16="http://schemas.microsoft.com/office/drawing/2014/main" id="{897D0B7E-1A60-DA52-6965-92412B1C2F9F}"/>
              </a:ext>
            </a:extLst>
          </p:cNvPr>
          <p:cNvSpPr>
            <a:spLocks noGrp="1"/>
          </p:cNvSpPr>
          <p:nvPr>
            <p:ph type="dt" sz="half" idx="10"/>
          </p:nvPr>
        </p:nvSpPr>
        <p:spPr/>
        <p:txBody>
          <a:bodyPr rtlCol="0"/>
          <a:lstStyle/>
          <a:p>
            <a:pPr rtl="0"/>
            <a:r>
              <a:rPr lang="en-US"/>
              <a:t>10/8/2025</a:t>
            </a:r>
            <a:endParaRPr lang="en-US" dirty="0"/>
          </a:p>
        </p:txBody>
      </p:sp>
      <p:sp>
        <p:nvSpPr>
          <p:cNvPr id="6" name="Espaço Reservado para Rodapé 5">
            <a:extLst>
              <a:ext uri="{FF2B5EF4-FFF2-40B4-BE49-F238E27FC236}">
                <a16:creationId xmlns:a16="http://schemas.microsoft.com/office/drawing/2014/main" id="{C2BDD5A2-CE3E-3215-6DAA-F75C0D1229DA}"/>
              </a:ext>
            </a:extLst>
          </p:cNvPr>
          <p:cNvSpPr>
            <a:spLocks noGrp="1"/>
          </p:cNvSpPr>
          <p:nvPr>
            <p:ph type="ftr" sz="quarter" idx="11"/>
          </p:nvPr>
        </p:nvSpPr>
        <p:spPr/>
        <p:txBody>
          <a:bodyPr rtlCol="0"/>
          <a:lstStyle/>
          <a:p>
            <a:pPr rtl="0"/>
            <a:r>
              <a:rPr lang="pt-br"/>
              <a:t>Exemplo de Texto de Rodapé</a:t>
            </a:r>
          </a:p>
        </p:txBody>
      </p:sp>
      <p:sp>
        <p:nvSpPr>
          <p:cNvPr id="7" name="Espaço Reservado para o Número do Slide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rtlCol="0"/>
          <a:lstStyle/>
          <a:p>
            <a:pPr rtl="0"/>
            <a:fld id="{CC057153-B650-4DEB-B370-79DDCFDCE934}" type="slidenum">
              <a:rPr lang="en-US" smtClean="0"/>
              <a:t>‹nº›</a:t>
            </a:fld>
            <a:endParaRPr lang="en-US" dirty="0"/>
          </a:p>
        </p:txBody>
      </p:sp>
      <p:sp>
        <p:nvSpPr>
          <p:cNvPr id="3" name="Retângulo 2">
            <a:extLst>
              <a:ext uri="{FF2B5EF4-FFF2-40B4-BE49-F238E27FC236}">
                <a16:creationId xmlns:a16="http://schemas.microsoft.com/office/drawing/2014/main" id="{2125B15E-907B-22E5-9483-591409F1460D}"/>
              </a:ext>
            </a:extLst>
          </p:cNvPr>
          <p:cNvSpPr/>
          <p:nvPr userDrawn="1"/>
        </p:nvSpPr>
        <p:spPr>
          <a:xfrm flipV="1">
            <a:off x="337457" y="351058"/>
            <a:ext cx="4488543" cy="1939829"/>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4" name="Retângulo 3">
            <a:extLst>
              <a:ext uri="{FF2B5EF4-FFF2-40B4-BE49-F238E27FC236}">
                <a16:creationId xmlns:a16="http://schemas.microsoft.com/office/drawing/2014/main" id="{944643D3-05AA-D000-6F70-B39D3E837EF5}"/>
              </a:ext>
            </a:extLst>
          </p:cNvPr>
          <p:cNvSpPr/>
          <p:nvPr userDrawn="1"/>
        </p:nvSpPr>
        <p:spPr>
          <a:xfrm>
            <a:off x="4939611" y="351065"/>
            <a:ext cx="6914932"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9" name="Retângulo 8">
            <a:extLst>
              <a:ext uri="{FF2B5EF4-FFF2-40B4-BE49-F238E27FC236}">
                <a16:creationId xmlns:a16="http://schemas.microsoft.com/office/drawing/2014/main" id="{907DB142-72B7-699F-6F87-2EFB2EBF3B22}"/>
              </a:ext>
            </a:extLst>
          </p:cNvPr>
          <p:cNvSpPr/>
          <p:nvPr userDrawn="1"/>
        </p:nvSpPr>
        <p:spPr>
          <a:xfrm flipV="1">
            <a:off x="337457" y="2409583"/>
            <a:ext cx="4497205" cy="4097352"/>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Tree>
    <p:extLst>
      <p:ext uri="{BB962C8B-B14F-4D97-AF65-F5344CB8AC3E}">
        <p14:creationId xmlns:p14="http://schemas.microsoft.com/office/powerpoint/2010/main" val="19186115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údo com Imagem 19">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7643078" y="599599"/>
            <a:ext cx="3946824" cy="1453896"/>
          </a:xfrm>
        </p:spPr>
        <p:txBody>
          <a:bodyPr rtlCol="0">
            <a:normAutofit/>
          </a:bodyPr>
          <a:lstStyle>
            <a:lvl1pPr>
              <a:defRPr sz="3200"/>
            </a:lvl1pPr>
          </a:lstStyle>
          <a:p>
            <a:pPr rtl="0"/>
            <a:r>
              <a:rPr lang="pt-br"/>
              <a:t>Clique para editar o estilo de título Mestre</a:t>
            </a:r>
          </a:p>
        </p:txBody>
      </p:sp>
      <p:sp>
        <p:nvSpPr>
          <p:cNvPr id="8" name="Espaço Reservado para Conteúdo 7">
            <a:extLst>
              <a:ext uri="{FF2B5EF4-FFF2-40B4-BE49-F238E27FC236}">
                <a16:creationId xmlns:a16="http://schemas.microsoft.com/office/drawing/2014/main" id="{8BAC3300-BF12-B200-9F06-8D5AC45CB7EF}"/>
              </a:ext>
            </a:extLst>
          </p:cNvPr>
          <p:cNvSpPr>
            <a:spLocks noGrp="1"/>
          </p:cNvSpPr>
          <p:nvPr>
            <p:ph sz="quarter" idx="14"/>
          </p:nvPr>
        </p:nvSpPr>
        <p:spPr>
          <a:xfrm>
            <a:off x="640080" y="599600"/>
            <a:ext cx="6350185" cy="5623360"/>
          </a:xfrm>
        </p:spPr>
        <p:txBody>
          <a:bodyPr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
        <p:nvSpPr>
          <p:cNvPr id="12" name="Espaço Reservado para Imagem 11">
            <a:extLst>
              <a:ext uri="{FF2B5EF4-FFF2-40B4-BE49-F238E27FC236}">
                <a16:creationId xmlns:a16="http://schemas.microsoft.com/office/drawing/2014/main" id="{4FE3DA23-DE55-6AE0-AF3B-E9803246C7CD}"/>
              </a:ext>
            </a:extLst>
          </p:cNvPr>
          <p:cNvSpPr>
            <a:spLocks noGrp="1"/>
          </p:cNvSpPr>
          <p:nvPr>
            <p:ph type="pic" sz="quarter" idx="15"/>
          </p:nvPr>
        </p:nvSpPr>
        <p:spPr>
          <a:xfrm>
            <a:off x="7370064" y="2423160"/>
            <a:ext cx="4476676" cy="4069080"/>
          </a:xfrm>
          <a:blipFill dpi="0" rotWithShape="1">
            <a:blip r:embed="rId2">
              <a:alphaModFix amt="50000"/>
              <a:extLst>
                <a:ext uri="{28A0092B-C50C-407E-A947-70E740481C1C}">
                  <a14:useLocalDpi xmlns:a14="http://schemas.microsoft.com/office/drawing/2010/main" val="0"/>
                </a:ext>
              </a:extLst>
            </a:blip>
            <a:srcRect/>
            <a:stretch>
              <a:fillRect/>
            </a:stretch>
          </a:blipFill>
        </p:spPr>
        <p:txBody>
          <a:bodyPr rtlCol="0"/>
          <a:lstStyle/>
          <a:p>
            <a:pPr rtl="0"/>
            <a:endParaRPr lang="en-US" dirty="0"/>
          </a:p>
        </p:txBody>
      </p:sp>
      <p:sp>
        <p:nvSpPr>
          <p:cNvPr id="5" name="Espaço Reservado para Data 4">
            <a:extLst>
              <a:ext uri="{FF2B5EF4-FFF2-40B4-BE49-F238E27FC236}">
                <a16:creationId xmlns:a16="http://schemas.microsoft.com/office/drawing/2014/main" id="{897D0B7E-1A60-DA52-6965-92412B1C2F9F}"/>
              </a:ext>
            </a:extLst>
          </p:cNvPr>
          <p:cNvSpPr>
            <a:spLocks noGrp="1"/>
          </p:cNvSpPr>
          <p:nvPr>
            <p:ph type="dt" sz="half" idx="10"/>
          </p:nvPr>
        </p:nvSpPr>
        <p:spPr/>
        <p:txBody>
          <a:bodyPr rtlCol="0"/>
          <a:lstStyle/>
          <a:p>
            <a:pPr rtl="0"/>
            <a:r>
              <a:rPr lang="en-US"/>
              <a:t>10/8/2025</a:t>
            </a:r>
            <a:endParaRPr lang="en-US" dirty="0"/>
          </a:p>
        </p:txBody>
      </p:sp>
      <p:sp>
        <p:nvSpPr>
          <p:cNvPr id="6" name="Espaço Reservado para Rodapé 5">
            <a:extLst>
              <a:ext uri="{FF2B5EF4-FFF2-40B4-BE49-F238E27FC236}">
                <a16:creationId xmlns:a16="http://schemas.microsoft.com/office/drawing/2014/main" id="{C2BDD5A2-CE3E-3215-6DAA-F75C0D1229DA}"/>
              </a:ext>
            </a:extLst>
          </p:cNvPr>
          <p:cNvSpPr>
            <a:spLocks noGrp="1"/>
          </p:cNvSpPr>
          <p:nvPr>
            <p:ph type="ftr" sz="quarter" idx="11"/>
          </p:nvPr>
        </p:nvSpPr>
        <p:spPr/>
        <p:txBody>
          <a:bodyPr rtlCol="0"/>
          <a:lstStyle/>
          <a:p>
            <a:pPr rtl="0"/>
            <a:r>
              <a:rPr lang="pt-br"/>
              <a:t>Exemplo de Texto de Rodapé</a:t>
            </a:r>
          </a:p>
        </p:txBody>
      </p:sp>
      <p:sp>
        <p:nvSpPr>
          <p:cNvPr id="7" name="Espaço Reservado para o Número do Slide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rtlCol="0"/>
          <a:lstStyle/>
          <a:p>
            <a:pPr rtl="0"/>
            <a:fld id="{CC057153-B650-4DEB-B370-79DDCFDCE934}" type="slidenum">
              <a:rPr lang="en-US" smtClean="0"/>
              <a:t>‹nº›</a:t>
            </a:fld>
            <a:endParaRPr lang="en-US" dirty="0"/>
          </a:p>
        </p:txBody>
      </p:sp>
      <p:sp>
        <p:nvSpPr>
          <p:cNvPr id="3" name="Retângulo 2">
            <a:extLst>
              <a:ext uri="{FF2B5EF4-FFF2-40B4-BE49-F238E27FC236}">
                <a16:creationId xmlns:a16="http://schemas.microsoft.com/office/drawing/2014/main" id="{2125B15E-907B-22E5-9483-591409F1460D}"/>
              </a:ext>
            </a:extLst>
          </p:cNvPr>
          <p:cNvSpPr/>
          <p:nvPr userDrawn="1"/>
        </p:nvSpPr>
        <p:spPr>
          <a:xfrm flipV="1">
            <a:off x="7360920" y="351058"/>
            <a:ext cx="4488543" cy="1939829"/>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4" name="Retângulo 3">
            <a:extLst>
              <a:ext uri="{FF2B5EF4-FFF2-40B4-BE49-F238E27FC236}">
                <a16:creationId xmlns:a16="http://schemas.microsoft.com/office/drawing/2014/main" id="{944643D3-05AA-D000-6F70-B39D3E837EF5}"/>
              </a:ext>
            </a:extLst>
          </p:cNvPr>
          <p:cNvSpPr/>
          <p:nvPr userDrawn="1"/>
        </p:nvSpPr>
        <p:spPr>
          <a:xfrm>
            <a:off x="338328" y="351065"/>
            <a:ext cx="6914932"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9" name="Retângulo 8">
            <a:extLst>
              <a:ext uri="{FF2B5EF4-FFF2-40B4-BE49-F238E27FC236}">
                <a16:creationId xmlns:a16="http://schemas.microsoft.com/office/drawing/2014/main" id="{907DB142-72B7-699F-6F87-2EFB2EBF3B22}"/>
              </a:ext>
            </a:extLst>
          </p:cNvPr>
          <p:cNvSpPr/>
          <p:nvPr userDrawn="1"/>
        </p:nvSpPr>
        <p:spPr>
          <a:xfrm flipV="1">
            <a:off x="7361582" y="2409583"/>
            <a:ext cx="4497205" cy="4097352"/>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Tree>
    <p:extLst>
      <p:ext uri="{BB962C8B-B14F-4D97-AF65-F5344CB8AC3E}">
        <p14:creationId xmlns:p14="http://schemas.microsoft.com/office/powerpoint/2010/main" val="37873257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Número Maior">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55D4804-4265-85A8-7A9B-A9B3F5D80284}"/>
              </a:ext>
            </a:extLst>
          </p:cNvPr>
          <p:cNvSpPr>
            <a:spLocks noGrp="1"/>
          </p:cNvSpPr>
          <p:nvPr>
            <p:ph type="title"/>
          </p:nvPr>
        </p:nvSpPr>
        <p:spPr>
          <a:xfrm>
            <a:off x="822960" y="5029200"/>
            <a:ext cx="7525512" cy="1005840"/>
          </a:xfrm>
        </p:spPr>
        <p:txBody>
          <a:bodyPr rtlCol="0">
            <a:normAutofit/>
          </a:bodyPr>
          <a:lstStyle>
            <a:lvl1pPr>
              <a:lnSpc>
                <a:spcPct val="110000"/>
              </a:lnSpc>
              <a:defRPr sz="1800">
                <a:latin typeface="+mn-lt"/>
              </a:defRPr>
            </a:lvl1pPr>
          </a:lstStyle>
          <a:p>
            <a:pPr rtl="0"/>
            <a:r>
              <a:rPr lang="pt-br"/>
              <a:t>Clique para editar o estilo de título Mestre</a:t>
            </a:r>
          </a:p>
        </p:txBody>
      </p:sp>
      <p:sp>
        <p:nvSpPr>
          <p:cNvPr id="9" name="Espaço Reservado para Conteúdo 8">
            <a:extLst>
              <a:ext uri="{FF2B5EF4-FFF2-40B4-BE49-F238E27FC236}">
                <a16:creationId xmlns:a16="http://schemas.microsoft.com/office/drawing/2014/main" id="{6B2D6F9C-47CA-A6AB-CB31-599736C61655}"/>
              </a:ext>
            </a:extLst>
          </p:cNvPr>
          <p:cNvSpPr>
            <a:spLocks noGrp="1"/>
          </p:cNvSpPr>
          <p:nvPr>
            <p:ph sz="quarter" idx="14" hasCustomPrompt="1"/>
          </p:nvPr>
        </p:nvSpPr>
        <p:spPr>
          <a:xfrm>
            <a:off x="822960" y="841248"/>
            <a:ext cx="10543032" cy="4151376"/>
          </a:xfrm>
        </p:spPr>
        <p:txBody>
          <a:bodyPr rtlCol="0" anchor="b">
            <a:normAutofit/>
          </a:bodyPr>
          <a:lstStyle>
            <a:lvl1pPr marL="0" indent="0">
              <a:lnSpc>
                <a:spcPct val="90000"/>
              </a:lnSpc>
              <a:buNone/>
              <a:defRPr sz="19300" b="1" baseline="0">
                <a:latin typeface="+mj-lt"/>
              </a:defRPr>
            </a:lvl1pPr>
          </a:lstStyle>
          <a:p>
            <a:pPr lvl="0" rtl="0"/>
            <a:r>
              <a:rPr lang="pt-br"/>
              <a:t>##%</a:t>
            </a:r>
          </a:p>
        </p:txBody>
      </p:sp>
      <p:sp>
        <p:nvSpPr>
          <p:cNvPr id="3" name="Espaço Reservado para Data 2">
            <a:extLst>
              <a:ext uri="{FF2B5EF4-FFF2-40B4-BE49-F238E27FC236}">
                <a16:creationId xmlns:a16="http://schemas.microsoft.com/office/drawing/2014/main" id="{4A591E5F-EDEF-7D02-30E6-B960B5E45903}"/>
              </a:ext>
            </a:extLst>
          </p:cNvPr>
          <p:cNvSpPr>
            <a:spLocks noGrp="1"/>
          </p:cNvSpPr>
          <p:nvPr>
            <p:ph type="dt" sz="half" idx="10"/>
          </p:nvPr>
        </p:nvSpPr>
        <p:spPr/>
        <p:txBody>
          <a:bodyPr rtlCol="0"/>
          <a:lstStyle/>
          <a:p>
            <a:pPr rtl="0"/>
            <a:r>
              <a:rPr lang="en-US"/>
              <a:t>10/8/2025</a:t>
            </a:r>
            <a:endParaRPr lang="en-US" dirty="0"/>
          </a:p>
        </p:txBody>
      </p:sp>
      <p:sp>
        <p:nvSpPr>
          <p:cNvPr id="4" name="Espaço Reservado para Rodapé 3">
            <a:extLst>
              <a:ext uri="{FF2B5EF4-FFF2-40B4-BE49-F238E27FC236}">
                <a16:creationId xmlns:a16="http://schemas.microsoft.com/office/drawing/2014/main" id="{C394E47C-0C77-0005-1755-14F7739DF22E}"/>
              </a:ext>
            </a:extLst>
          </p:cNvPr>
          <p:cNvSpPr>
            <a:spLocks noGrp="1"/>
          </p:cNvSpPr>
          <p:nvPr>
            <p:ph type="ftr" sz="quarter" idx="11"/>
          </p:nvPr>
        </p:nvSpPr>
        <p:spPr/>
        <p:txBody>
          <a:bodyPr rtlCol="0"/>
          <a:lstStyle/>
          <a:p>
            <a:pPr rtl="0"/>
            <a:r>
              <a:rPr lang="pt-br"/>
              <a:t>Exemplo de Texto de Rodapé</a:t>
            </a:r>
          </a:p>
        </p:txBody>
      </p:sp>
      <p:sp>
        <p:nvSpPr>
          <p:cNvPr id="5" name="Espaço Reservado para o Número do Slide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rtlCol="0"/>
          <a:lstStyle/>
          <a:p>
            <a:pPr rtl="0"/>
            <a:fld id="{CC057153-B650-4DEB-B370-79DDCFDCE934}" type="slidenum">
              <a:rPr lang="en-US" smtClean="0"/>
              <a:t>‹nº›</a:t>
            </a:fld>
            <a:endParaRPr lang="en-US" dirty="0"/>
          </a:p>
        </p:txBody>
      </p:sp>
      <p:sp>
        <p:nvSpPr>
          <p:cNvPr id="6" name="Retângulo 5">
            <a:extLst>
              <a:ext uri="{FF2B5EF4-FFF2-40B4-BE49-F238E27FC236}">
                <a16:creationId xmlns:a16="http://schemas.microsoft.com/office/drawing/2014/main" id="{CA7D478B-3CC8-9331-3B4F-2130EA892404}"/>
              </a:ext>
            </a:extLst>
          </p:cNvPr>
          <p:cNvSpPr/>
          <p:nvPr userDrawn="1"/>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Tree>
    <p:extLst>
      <p:ext uri="{BB962C8B-B14F-4D97-AF65-F5344CB8AC3E}">
        <p14:creationId xmlns:p14="http://schemas.microsoft.com/office/powerpoint/2010/main" val="103411833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Número Maior 2">
    <p:bg>
      <p:bgPr>
        <a:solidFill>
          <a:schemeClr val="accent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56306E-B77F-CE22-FA8C-F08F17B5E9B4}"/>
              </a:ext>
            </a:extLst>
          </p:cNvPr>
          <p:cNvSpPr>
            <a:spLocks noGrp="1"/>
          </p:cNvSpPr>
          <p:nvPr>
            <p:ph type="title"/>
          </p:nvPr>
        </p:nvSpPr>
        <p:spPr>
          <a:xfrm>
            <a:off x="2333244" y="5029200"/>
            <a:ext cx="7525512" cy="914400"/>
          </a:xfrm>
        </p:spPr>
        <p:txBody>
          <a:bodyPr rtlCol="0">
            <a:normAutofit/>
          </a:bodyPr>
          <a:lstStyle>
            <a:lvl1pPr algn="ctr">
              <a:lnSpc>
                <a:spcPct val="110000"/>
              </a:lnSpc>
              <a:defRPr sz="1800" b="0">
                <a:solidFill>
                  <a:schemeClr val="tx1"/>
                </a:solidFill>
                <a:latin typeface="+mn-lt"/>
              </a:defRPr>
            </a:lvl1pPr>
          </a:lstStyle>
          <a:p>
            <a:pPr rtl="0"/>
            <a:r>
              <a:rPr lang="pt-br"/>
              <a:t>Clique para editar o estilo de título Mestre</a:t>
            </a:r>
          </a:p>
        </p:txBody>
      </p:sp>
      <p:sp>
        <p:nvSpPr>
          <p:cNvPr id="7" name="Espaço Reservado para Conteúdo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4484" y="841248"/>
            <a:ext cx="10543032" cy="4169664"/>
          </a:xfrm>
        </p:spPr>
        <p:txBody>
          <a:bodyPr rtlCol="0" anchor="b">
            <a:normAutofit/>
          </a:bodyPr>
          <a:lstStyle>
            <a:lvl1pPr marL="0" indent="0" algn="ctr">
              <a:lnSpc>
                <a:spcPct val="90000"/>
              </a:lnSpc>
              <a:buNone/>
              <a:defRPr sz="19300" b="1">
                <a:solidFill>
                  <a:schemeClr val="tx1"/>
                </a:solidFill>
                <a:latin typeface="+mj-lt"/>
              </a:defRPr>
            </a:lvl1pPr>
          </a:lstStyle>
          <a:p>
            <a:pPr lvl="0" rtl="0"/>
            <a:r>
              <a:rPr lang="pt-br"/>
              <a:t>##%</a:t>
            </a:r>
          </a:p>
        </p:txBody>
      </p:sp>
      <p:sp>
        <p:nvSpPr>
          <p:cNvPr id="3" name="Espaço Reservado para Data 2">
            <a:extLst>
              <a:ext uri="{FF2B5EF4-FFF2-40B4-BE49-F238E27FC236}">
                <a16:creationId xmlns:a16="http://schemas.microsoft.com/office/drawing/2014/main" id="{4A591E5F-EDEF-7D02-30E6-B960B5E45903}"/>
              </a:ext>
            </a:extLst>
          </p:cNvPr>
          <p:cNvSpPr>
            <a:spLocks noGrp="1"/>
          </p:cNvSpPr>
          <p:nvPr>
            <p:ph type="dt" sz="half" idx="10"/>
          </p:nvPr>
        </p:nvSpPr>
        <p:spPr/>
        <p:txBody>
          <a:bodyPr rtlCol="0"/>
          <a:lstStyle/>
          <a:p>
            <a:pPr rtl="0"/>
            <a:r>
              <a:rPr lang="en-US"/>
              <a:t>10/8/2025</a:t>
            </a:r>
            <a:endParaRPr lang="en-US" dirty="0"/>
          </a:p>
        </p:txBody>
      </p:sp>
      <p:sp>
        <p:nvSpPr>
          <p:cNvPr id="4" name="Espaço Reservado para Rodapé 3">
            <a:extLst>
              <a:ext uri="{FF2B5EF4-FFF2-40B4-BE49-F238E27FC236}">
                <a16:creationId xmlns:a16="http://schemas.microsoft.com/office/drawing/2014/main" id="{C394E47C-0C77-0005-1755-14F7739DF22E}"/>
              </a:ext>
            </a:extLst>
          </p:cNvPr>
          <p:cNvSpPr>
            <a:spLocks noGrp="1"/>
          </p:cNvSpPr>
          <p:nvPr>
            <p:ph type="ftr" sz="quarter" idx="11"/>
          </p:nvPr>
        </p:nvSpPr>
        <p:spPr/>
        <p:txBody>
          <a:bodyPr rtlCol="0"/>
          <a:lstStyle/>
          <a:p>
            <a:pPr rtl="0"/>
            <a:r>
              <a:rPr lang="pt-br"/>
              <a:t>Exemplo de Texto de Rodapé</a:t>
            </a:r>
          </a:p>
        </p:txBody>
      </p:sp>
      <p:sp>
        <p:nvSpPr>
          <p:cNvPr id="5" name="Espaço Reservado para o Número do Slide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rtlCol="0"/>
          <a:lstStyle/>
          <a:p>
            <a:pPr rtl="0"/>
            <a:fld id="{CC057153-B650-4DEB-B370-79DDCFDCE934}" type="slidenum">
              <a:rPr lang="en-US" smtClean="0"/>
              <a:t>‹nº›</a:t>
            </a:fld>
            <a:endParaRPr lang="en-US" dirty="0"/>
          </a:p>
        </p:txBody>
      </p:sp>
      <p:sp>
        <p:nvSpPr>
          <p:cNvPr id="8" name="Retângulo 7">
            <a:extLst>
              <a:ext uri="{FF2B5EF4-FFF2-40B4-BE49-F238E27FC236}">
                <a16:creationId xmlns:a16="http://schemas.microsoft.com/office/drawing/2014/main" id="{5FC0DA6E-8242-883C-15FE-E726DCC36F80}"/>
              </a:ext>
            </a:extLst>
          </p:cNvPr>
          <p:cNvSpPr/>
          <p:nvPr userDrawn="1"/>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Tree>
    <p:extLst>
      <p:ext uri="{BB962C8B-B14F-4D97-AF65-F5344CB8AC3E}">
        <p14:creationId xmlns:p14="http://schemas.microsoft.com/office/powerpoint/2010/main" val="301499322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Número Grande 3">
    <p:bg>
      <p:bgPr>
        <a:solidFill>
          <a:schemeClr val="accent2"/>
        </a:solidFill>
        <a:effectLst/>
      </p:bgPr>
    </p:bg>
    <p:spTree>
      <p:nvGrpSpPr>
        <p:cNvPr id="1" name=""/>
        <p:cNvGrpSpPr/>
        <p:nvPr/>
      </p:nvGrpSpPr>
      <p:grpSpPr>
        <a:xfrm>
          <a:off x="0" y="0"/>
          <a:ext cx="0" cy="0"/>
          <a:chOff x="0" y="0"/>
          <a:chExt cx="0" cy="0"/>
        </a:xfrm>
      </p:grpSpPr>
      <p:sp>
        <p:nvSpPr>
          <p:cNvPr id="9" name="Título 1">
            <a:extLst>
              <a:ext uri="{FF2B5EF4-FFF2-40B4-BE49-F238E27FC236}">
                <a16:creationId xmlns:a16="http://schemas.microsoft.com/office/drawing/2014/main" id="{F9924E45-C895-43A4-5C38-357208F050D2}"/>
              </a:ext>
            </a:extLst>
          </p:cNvPr>
          <p:cNvSpPr>
            <a:spLocks noGrp="1"/>
          </p:cNvSpPr>
          <p:nvPr>
            <p:ph type="title"/>
          </p:nvPr>
        </p:nvSpPr>
        <p:spPr>
          <a:xfrm>
            <a:off x="2333244" y="5029200"/>
            <a:ext cx="7525512" cy="914400"/>
          </a:xfrm>
        </p:spPr>
        <p:txBody>
          <a:bodyPr rtlCol="0">
            <a:normAutofit/>
          </a:bodyPr>
          <a:lstStyle>
            <a:lvl1pPr algn="ctr">
              <a:lnSpc>
                <a:spcPct val="110000"/>
              </a:lnSpc>
              <a:defRPr sz="1800" b="0">
                <a:solidFill>
                  <a:schemeClr val="tx1"/>
                </a:solidFill>
                <a:latin typeface="+mn-lt"/>
              </a:defRPr>
            </a:lvl1pPr>
          </a:lstStyle>
          <a:p>
            <a:pPr rtl="0"/>
            <a:r>
              <a:rPr lang="pt-br"/>
              <a:t>Clique para editar o estilo de título Mestre</a:t>
            </a:r>
          </a:p>
        </p:txBody>
      </p:sp>
      <p:sp>
        <p:nvSpPr>
          <p:cNvPr id="10" name="Espaço Reservado para Conteúdo 6">
            <a:extLst>
              <a:ext uri="{FF2B5EF4-FFF2-40B4-BE49-F238E27FC236}">
                <a16:creationId xmlns:a16="http://schemas.microsoft.com/office/drawing/2014/main" id="{F7F1ED0D-FB7E-F1D4-6BB4-DA7FCEA9CD36}"/>
              </a:ext>
            </a:extLst>
          </p:cNvPr>
          <p:cNvSpPr>
            <a:spLocks noGrp="1"/>
          </p:cNvSpPr>
          <p:nvPr>
            <p:ph sz="quarter" idx="13" hasCustomPrompt="1"/>
          </p:nvPr>
        </p:nvSpPr>
        <p:spPr>
          <a:xfrm>
            <a:off x="824484" y="841248"/>
            <a:ext cx="10543032" cy="4167124"/>
          </a:xfrm>
        </p:spPr>
        <p:txBody>
          <a:bodyPr rtlCol="0" anchor="b">
            <a:normAutofit/>
          </a:bodyPr>
          <a:lstStyle>
            <a:lvl1pPr marL="0" indent="0" algn="ctr">
              <a:lnSpc>
                <a:spcPct val="90000"/>
              </a:lnSpc>
              <a:buNone/>
              <a:defRPr sz="19300" b="1">
                <a:solidFill>
                  <a:schemeClr val="tx1"/>
                </a:solidFill>
                <a:latin typeface="+mj-lt"/>
              </a:defRPr>
            </a:lvl1pPr>
          </a:lstStyle>
          <a:p>
            <a:pPr lvl="0" rtl="0"/>
            <a:r>
              <a:rPr lang="pt-br"/>
              <a:t>##%</a:t>
            </a:r>
          </a:p>
        </p:txBody>
      </p:sp>
      <p:sp>
        <p:nvSpPr>
          <p:cNvPr id="3" name="Espaço Reservado para Data 2">
            <a:extLst>
              <a:ext uri="{FF2B5EF4-FFF2-40B4-BE49-F238E27FC236}">
                <a16:creationId xmlns:a16="http://schemas.microsoft.com/office/drawing/2014/main" id="{4A591E5F-EDEF-7D02-30E6-B960B5E45903}"/>
              </a:ext>
            </a:extLst>
          </p:cNvPr>
          <p:cNvSpPr>
            <a:spLocks noGrp="1"/>
          </p:cNvSpPr>
          <p:nvPr>
            <p:ph type="dt" sz="half" idx="10"/>
          </p:nvPr>
        </p:nvSpPr>
        <p:spPr/>
        <p:txBody>
          <a:bodyPr rtlCol="0"/>
          <a:lstStyle/>
          <a:p>
            <a:pPr rtl="0"/>
            <a:r>
              <a:rPr lang="en-US"/>
              <a:t>10/8/2025</a:t>
            </a:r>
            <a:endParaRPr lang="en-US" dirty="0"/>
          </a:p>
        </p:txBody>
      </p:sp>
      <p:sp>
        <p:nvSpPr>
          <p:cNvPr id="4" name="Espaço Reservado para Rodapé 3">
            <a:extLst>
              <a:ext uri="{FF2B5EF4-FFF2-40B4-BE49-F238E27FC236}">
                <a16:creationId xmlns:a16="http://schemas.microsoft.com/office/drawing/2014/main" id="{C394E47C-0C77-0005-1755-14F7739DF22E}"/>
              </a:ext>
            </a:extLst>
          </p:cNvPr>
          <p:cNvSpPr>
            <a:spLocks noGrp="1"/>
          </p:cNvSpPr>
          <p:nvPr>
            <p:ph type="ftr" sz="quarter" idx="11"/>
          </p:nvPr>
        </p:nvSpPr>
        <p:spPr/>
        <p:txBody>
          <a:bodyPr rtlCol="0"/>
          <a:lstStyle/>
          <a:p>
            <a:pPr rtl="0"/>
            <a:r>
              <a:rPr lang="pt-br"/>
              <a:t>Exemplo de Texto de Rodapé</a:t>
            </a:r>
          </a:p>
        </p:txBody>
      </p:sp>
      <p:sp>
        <p:nvSpPr>
          <p:cNvPr id="5" name="Espaço Reservado para o Número do Slide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rtlCol="0"/>
          <a:lstStyle/>
          <a:p>
            <a:pPr rtl="0"/>
            <a:fld id="{CC057153-B650-4DEB-B370-79DDCFDCE934}" type="slidenum">
              <a:rPr lang="en-US" smtClean="0"/>
              <a:t>‹nº›</a:t>
            </a:fld>
            <a:endParaRPr lang="en-US" dirty="0"/>
          </a:p>
        </p:txBody>
      </p:sp>
      <p:sp>
        <p:nvSpPr>
          <p:cNvPr id="2" name="Retângulo 1">
            <a:extLst>
              <a:ext uri="{FF2B5EF4-FFF2-40B4-BE49-F238E27FC236}">
                <a16:creationId xmlns:a16="http://schemas.microsoft.com/office/drawing/2014/main" id="{F3106CE9-3864-8C80-F8B7-4C6D0D0E2D97}"/>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Tree>
    <p:extLst>
      <p:ext uri="{BB962C8B-B14F-4D97-AF65-F5344CB8AC3E}">
        <p14:creationId xmlns:p14="http://schemas.microsoft.com/office/powerpoint/2010/main" val="301867186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Demonstrativ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221EB5-8556-FBD7-00D5-D69AC8E7E73A}"/>
              </a:ext>
            </a:extLst>
          </p:cNvPr>
          <p:cNvSpPr>
            <a:spLocks noGrp="1"/>
          </p:cNvSpPr>
          <p:nvPr>
            <p:ph type="title"/>
          </p:nvPr>
        </p:nvSpPr>
        <p:spPr>
          <a:xfrm>
            <a:off x="617129" y="-1293464"/>
            <a:ext cx="10652760" cy="1133856"/>
          </a:xfrm>
        </p:spPr>
        <p:txBody>
          <a:bodyPr rtlCol="0"/>
          <a:lstStyle/>
          <a:p>
            <a:pPr rtl="0"/>
            <a:r>
              <a:rPr lang="pt-br"/>
              <a:t>Clique para editar o estilo de título Mestre</a:t>
            </a:r>
          </a:p>
        </p:txBody>
      </p:sp>
      <p:sp>
        <p:nvSpPr>
          <p:cNvPr id="6" name="Espaço Reservado para Conteúdo 6">
            <a:extLst>
              <a:ext uri="{FF2B5EF4-FFF2-40B4-BE49-F238E27FC236}">
                <a16:creationId xmlns:a16="http://schemas.microsoft.com/office/drawing/2014/main" id="{27E2BE3E-32CC-3B2E-7AAB-62D6D812CE27}"/>
              </a:ext>
            </a:extLst>
          </p:cNvPr>
          <p:cNvSpPr>
            <a:spLocks noGrp="1"/>
          </p:cNvSpPr>
          <p:nvPr>
            <p:ph sz="quarter" idx="13" hasCustomPrompt="1"/>
          </p:nvPr>
        </p:nvSpPr>
        <p:spPr>
          <a:xfrm>
            <a:off x="1500188" y="1234440"/>
            <a:ext cx="9191625" cy="4389120"/>
          </a:xfrm>
        </p:spPr>
        <p:txBody>
          <a:bodyPr rtlCol="0" anchor="ctr">
            <a:normAutofit/>
          </a:bodyPr>
          <a:lstStyle>
            <a:lvl1pPr marL="0" indent="0" algn="ctr">
              <a:lnSpc>
                <a:spcPct val="100000"/>
              </a:lnSpc>
              <a:buNone/>
              <a:defRPr sz="4800" b="0">
                <a:latin typeface="+mj-lt"/>
              </a:defRPr>
            </a:lvl1pPr>
            <a:lvl2pPr marL="228600" indent="0" algn="ctr">
              <a:lnSpc>
                <a:spcPct val="100000"/>
              </a:lnSpc>
              <a:buNone/>
              <a:defRPr sz="4800" b="0">
                <a:latin typeface="+mj-lt"/>
              </a:defRPr>
            </a:lvl2pPr>
            <a:lvl3pPr marL="457200" indent="0" algn="ctr">
              <a:lnSpc>
                <a:spcPct val="100000"/>
              </a:lnSpc>
              <a:buNone/>
              <a:defRPr sz="4800" b="0">
                <a:latin typeface="+mj-lt"/>
              </a:defRPr>
            </a:lvl3pPr>
            <a:lvl4pPr marL="685800" indent="0" algn="ctr">
              <a:lnSpc>
                <a:spcPct val="100000"/>
              </a:lnSpc>
              <a:buNone/>
              <a:defRPr sz="4800" b="0">
                <a:latin typeface="+mj-lt"/>
              </a:defRPr>
            </a:lvl4pPr>
            <a:lvl5pPr marL="914400" indent="0" algn="ctr">
              <a:lnSpc>
                <a:spcPct val="100000"/>
              </a:lnSpc>
              <a:buNone/>
              <a:defRPr sz="4800" b="0">
                <a:latin typeface="+mj-lt"/>
              </a:defRPr>
            </a:lvl5pPr>
          </a:lstStyle>
          <a:p>
            <a:pPr lvl="0" rtl="0"/>
            <a:r>
              <a:rPr lang="pt-br"/>
              <a:t>Clique para adicionar uma Instrução</a:t>
            </a:r>
          </a:p>
          <a:p>
            <a:pPr lvl="1" rtl="0"/>
            <a:r>
              <a:rPr lang="pt-br"/>
              <a:t>Segundo nível</a:t>
            </a:r>
          </a:p>
          <a:p>
            <a:pPr lvl="2" rtl="0"/>
            <a:r>
              <a:rPr lang="pt-br"/>
              <a:t>Terceiro nível</a:t>
            </a:r>
          </a:p>
          <a:p>
            <a:pPr lvl="3" rtl="0"/>
            <a:r>
              <a:rPr lang="pt-br"/>
              <a:t>Quarto nível</a:t>
            </a:r>
          </a:p>
          <a:p>
            <a:pPr lvl="4" rtl="0"/>
            <a:r>
              <a:rPr lang="pt-br"/>
              <a:t>Quinto nível</a:t>
            </a:r>
          </a:p>
        </p:txBody>
      </p:sp>
      <p:sp>
        <p:nvSpPr>
          <p:cNvPr id="3" name="Espaço Reservado para Data 2">
            <a:extLst>
              <a:ext uri="{FF2B5EF4-FFF2-40B4-BE49-F238E27FC236}">
                <a16:creationId xmlns:a16="http://schemas.microsoft.com/office/drawing/2014/main" id="{67F688C7-1128-9027-65E4-A17BBE7DDDF0}"/>
              </a:ext>
            </a:extLst>
          </p:cNvPr>
          <p:cNvSpPr>
            <a:spLocks noGrp="1"/>
          </p:cNvSpPr>
          <p:nvPr>
            <p:ph type="dt" sz="half" idx="10"/>
          </p:nvPr>
        </p:nvSpPr>
        <p:spPr/>
        <p:txBody>
          <a:bodyPr rtlCol="0"/>
          <a:lstStyle/>
          <a:p>
            <a:pPr rtl="0"/>
            <a:r>
              <a:rPr lang="en-US"/>
              <a:t>10/8/2025</a:t>
            </a:r>
            <a:endParaRPr lang="en-US" dirty="0"/>
          </a:p>
        </p:txBody>
      </p:sp>
      <p:sp>
        <p:nvSpPr>
          <p:cNvPr id="4" name="Espaço Reservado para Rodapé 3">
            <a:extLst>
              <a:ext uri="{FF2B5EF4-FFF2-40B4-BE49-F238E27FC236}">
                <a16:creationId xmlns:a16="http://schemas.microsoft.com/office/drawing/2014/main" id="{3D56E87B-2252-4382-E6E7-15A81BCC8029}"/>
              </a:ext>
            </a:extLst>
          </p:cNvPr>
          <p:cNvSpPr>
            <a:spLocks noGrp="1"/>
          </p:cNvSpPr>
          <p:nvPr>
            <p:ph type="ftr" sz="quarter" idx="11"/>
          </p:nvPr>
        </p:nvSpPr>
        <p:spPr/>
        <p:txBody>
          <a:bodyPr rtlCol="0"/>
          <a:lstStyle/>
          <a:p>
            <a:pPr rtl="0"/>
            <a:r>
              <a:rPr lang="pt-br"/>
              <a:t>Exemplo de Texto de Rodapé</a:t>
            </a:r>
          </a:p>
        </p:txBody>
      </p:sp>
      <p:sp>
        <p:nvSpPr>
          <p:cNvPr id="5" name="Espaço Reservado para o Número do Slide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rtlCol="0"/>
          <a:lstStyle/>
          <a:p>
            <a:pPr rtl="0"/>
            <a:fld id="{CC057153-B650-4DEB-B370-79DDCFDCE934}" type="slidenum">
              <a:rPr lang="en-US" smtClean="0"/>
              <a:pPr rtl="0"/>
              <a:t>‹nº›</a:t>
            </a:fld>
            <a:endParaRPr lang="en-US" dirty="0"/>
          </a:p>
        </p:txBody>
      </p:sp>
      <p:sp>
        <p:nvSpPr>
          <p:cNvPr id="8" name="Retângulo 7">
            <a:extLst>
              <a:ext uri="{FF2B5EF4-FFF2-40B4-BE49-F238E27FC236}">
                <a16:creationId xmlns:a16="http://schemas.microsoft.com/office/drawing/2014/main" id="{CC1D1BF1-778B-0A57-4F7E-BC57330C7085}"/>
              </a:ext>
            </a:extLst>
          </p:cNvPr>
          <p:cNvSpPr/>
          <p:nvPr/>
        </p:nvSpPr>
        <p:spPr>
          <a:xfrm>
            <a:off x="1121981" y="874987"/>
            <a:ext cx="9941944" cy="510802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Tree>
    <p:extLst>
      <p:ext uri="{BB962C8B-B14F-4D97-AF65-F5344CB8AC3E}">
        <p14:creationId xmlns:p14="http://schemas.microsoft.com/office/powerpoint/2010/main" val="31055532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Demonstrativo 2">
    <p:bg>
      <p:bgPr>
        <a:solidFill>
          <a:schemeClr val="accent2"/>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221EB5-8556-FBD7-00D5-D69AC8E7E73A}"/>
              </a:ext>
            </a:extLst>
          </p:cNvPr>
          <p:cNvSpPr>
            <a:spLocks noGrp="1"/>
          </p:cNvSpPr>
          <p:nvPr>
            <p:ph type="title"/>
          </p:nvPr>
        </p:nvSpPr>
        <p:spPr>
          <a:xfrm>
            <a:off x="612647" y="-1295801"/>
            <a:ext cx="10652760" cy="1133856"/>
          </a:xfrm>
        </p:spPr>
        <p:txBody>
          <a:bodyPr rtlCol="0"/>
          <a:lstStyle/>
          <a:p>
            <a:pPr rtl="0"/>
            <a:r>
              <a:rPr lang="pt-br"/>
              <a:t>Clique para editar o estilo de título Mestre</a:t>
            </a:r>
          </a:p>
        </p:txBody>
      </p:sp>
      <p:sp>
        <p:nvSpPr>
          <p:cNvPr id="11" name="Espaço Reservado para Conteúdo 10">
            <a:extLst>
              <a:ext uri="{FF2B5EF4-FFF2-40B4-BE49-F238E27FC236}">
                <a16:creationId xmlns:a16="http://schemas.microsoft.com/office/drawing/2014/main" id="{98ADCAC8-6FF3-EC2A-EFD7-95A819EA2E48}"/>
              </a:ext>
            </a:extLst>
          </p:cNvPr>
          <p:cNvSpPr>
            <a:spLocks noGrp="1"/>
          </p:cNvSpPr>
          <p:nvPr>
            <p:ph sz="quarter" idx="14" hasCustomPrompt="1"/>
          </p:nvPr>
        </p:nvSpPr>
        <p:spPr>
          <a:xfrm>
            <a:off x="795527" y="685799"/>
            <a:ext cx="10698480" cy="5486400"/>
          </a:xfrm>
        </p:spPr>
        <p:txBody>
          <a:bodyPr rtlCol="0" anchor="ctr">
            <a:noAutofit/>
          </a:bodyPr>
          <a:lstStyle>
            <a:lvl1pPr marL="0" indent="0">
              <a:buNone/>
              <a:defRPr sz="4800">
                <a:latin typeface="+mj-lt"/>
              </a:defRPr>
            </a:lvl1pPr>
            <a:lvl2pPr marL="228600" indent="0">
              <a:buNone/>
              <a:defRPr sz="4800">
                <a:latin typeface="+mj-lt"/>
              </a:defRPr>
            </a:lvl2pPr>
            <a:lvl3pPr marL="457200" indent="0">
              <a:buNone/>
              <a:defRPr sz="4800">
                <a:latin typeface="+mj-lt"/>
              </a:defRPr>
            </a:lvl3pPr>
            <a:lvl4pPr marL="685800" indent="0">
              <a:buNone/>
              <a:defRPr sz="4800">
                <a:latin typeface="+mj-lt"/>
              </a:defRPr>
            </a:lvl4pPr>
            <a:lvl5pPr marL="914400" indent="0">
              <a:buNone/>
              <a:defRPr sz="4800">
                <a:latin typeface="+mj-lt"/>
              </a:defRPr>
            </a:lvl5pPr>
          </a:lstStyle>
          <a:p>
            <a:pPr lvl="0" rtl="0"/>
            <a:r>
              <a:rPr lang="pt-br"/>
              <a:t>Clique para adicionar uma Instrução</a:t>
            </a:r>
          </a:p>
          <a:p>
            <a:pPr lvl="1" rtl="0"/>
            <a:r>
              <a:rPr lang="pt-br"/>
              <a:t>Segundo nível</a:t>
            </a:r>
          </a:p>
          <a:p>
            <a:pPr lvl="2" rtl="0"/>
            <a:r>
              <a:rPr lang="pt-br"/>
              <a:t>Terceiro nível</a:t>
            </a:r>
          </a:p>
          <a:p>
            <a:pPr lvl="3" rtl="0"/>
            <a:r>
              <a:rPr lang="pt-br"/>
              <a:t>Quarto nível</a:t>
            </a:r>
          </a:p>
          <a:p>
            <a:pPr lvl="4" rtl="0"/>
            <a:r>
              <a:rPr lang="pt-br"/>
              <a:t>Quinto nível</a:t>
            </a:r>
          </a:p>
        </p:txBody>
      </p:sp>
      <p:sp>
        <p:nvSpPr>
          <p:cNvPr id="3" name="Espaço Reservado para Data 2">
            <a:extLst>
              <a:ext uri="{FF2B5EF4-FFF2-40B4-BE49-F238E27FC236}">
                <a16:creationId xmlns:a16="http://schemas.microsoft.com/office/drawing/2014/main" id="{67F688C7-1128-9027-65E4-A17BBE7DDDF0}"/>
              </a:ext>
            </a:extLst>
          </p:cNvPr>
          <p:cNvSpPr>
            <a:spLocks noGrp="1"/>
          </p:cNvSpPr>
          <p:nvPr>
            <p:ph type="dt" sz="half" idx="10"/>
          </p:nvPr>
        </p:nvSpPr>
        <p:spPr/>
        <p:txBody>
          <a:bodyPr rtlCol="0"/>
          <a:lstStyle/>
          <a:p>
            <a:pPr rtl="0"/>
            <a:r>
              <a:rPr lang="en-US"/>
              <a:t>10/8/2025</a:t>
            </a:r>
            <a:endParaRPr lang="en-US" dirty="0"/>
          </a:p>
        </p:txBody>
      </p:sp>
      <p:sp>
        <p:nvSpPr>
          <p:cNvPr id="4" name="Espaço Reservado para Rodapé 3">
            <a:extLst>
              <a:ext uri="{FF2B5EF4-FFF2-40B4-BE49-F238E27FC236}">
                <a16:creationId xmlns:a16="http://schemas.microsoft.com/office/drawing/2014/main" id="{3D56E87B-2252-4382-E6E7-15A81BCC8029}"/>
              </a:ext>
            </a:extLst>
          </p:cNvPr>
          <p:cNvSpPr>
            <a:spLocks noGrp="1"/>
          </p:cNvSpPr>
          <p:nvPr>
            <p:ph type="ftr" sz="quarter" idx="11"/>
          </p:nvPr>
        </p:nvSpPr>
        <p:spPr/>
        <p:txBody>
          <a:bodyPr rtlCol="0"/>
          <a:lstStyle/>
          <a:p>
            <a:pPr rtl="0"/>
            <a:r>
              <a:rPr lang="pt-br"/>
              <a:t>Exemplo de Texto de Rodapé</a:t>
            </a:r>
          </a:p>
        </p:txBody>
      </p:sp>
      <p:sp>
        <p:nvSpPr>
          <p:cNvPr id="5" name="Espaço Reservado para o Número do Slide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rtlCol="0"/>
          <a:lstStyle/>
          <a:p>
            <a:pPr rtl="0"/>
            <a:fld id="{CC057153-B650-4DEB-B370-79DDCFDCE934}" type="slidenum">
              <a:rPr lang="en-US" smtClean="0"/>
              <a:pPr rtl="0"/>
              <a:t>‹nº›</a:t>
            </a:fld>
            <a:endParaRPr lang="en-US" dirty="0"/>
          </a:p>
        </p:txBody>
      </p:sp>
      <p:sp>
        <p:nvSpPr>
          <p:cNvPr id="9" name="Retângulo 8">
            <a:extLst>
              <a:ext uri="{FF2B5EF4-FFF2-40B4-BE49-F238E27FC236}">
                <a16:creationId xmlns:a16="http://schemas.microsoft.com/office/drawing/2014/main" id="{D28DBB70-84D2-1F96-C132-E1127669A16F}"/>
              </a:ext>
            </a:extLst>
          </p:cNvPr>
          <p:cNvSpPr/>
          <p:nvPr/>
        </p:nvSpPr>
        <p:spPr>
          <a:xfrm>
            <a:off x="337457" y="351065"/>
            <a:ext cx="11517086" cy="6155871"/>
          </a:xfrm>
          <a:prstGeom prst="rect">
            <a:avLst/>
          </a:prstGeom>
          <a:noFill/>
          <a:ln w="19050">
            <a:solidFill>
              <a:schemeClr val="tx1">
                <a:alpha val="96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Tree>
    <p:extLst>
      <p:ext uri="{BB962C8B-B14F-4D97-AF65-F5344CB8AC3E}">
        <p14:creationId xmlns:p14="http://schemas.microsoft.com/office/powerpoint/2010/main" val="268457502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Instrução 3">
    <p:bg>
      <p:bgPr>
        <a:solidFill>
          <a:schemeClr val="accent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221EB5-8556-FBD7-00D5-D69AC8E7E73A}"/>
              </a:ext>
            </a:extLst>
          </p:cNvPr>
          <p:cNvSpPr>
            <a:spLocks noGrp="1"/>
          </p:cNvSpPr>
          <p:nvPr>
            <p:ph type="title"/>
          </p:nvPr>
        </p:nvSpPr>
        <p:spPr>
          <a:xfrm>
            <a:off x="612647" y="-1293562"/>
            <a:ext cx="10652760" cy="1133856"/>
          </a:xfrm>
        </p:spPr>
        <p:txBody>
          <a:bodyPr rtlCol="0"/>
          <a:lstStyle/>
          <a:p>
            <a:pPr rtl="0"/>
            <a:r>
              <a:rPr lang="pt-br"/>
              <a:t>Clique para editar o estilo de título Mestre</a:t>
            </a:r>
          </a:p>
        </p:txBody>
      </p:sp>
      <p:sp>
        <p:nvSpPr>
          <p:cNvPr id="8" name="Espaço Reservado para Conteúdo 6">
            <a:extLst>
              <a:ext uri="{FF2B5EF4-FFF2-40B4-BE49-F238E27FC236}">
                <a16:creationId xmlns:a16="http://schemas.microsoft.com/office/drawing/2014/main" id="{E0C99F09-6747-AD83-83AF-D9553E570144}"/>
              </a:ext>
            </a:extLst>
          </p:cNvPr>
          <p:cNvSpPr>
            <a:spLocks noGrp="1"/>
          </p:cNvSpPr>
          <p:nvPr>
            <p:ph sz="quarter" idx="13" hasCustomPrompt="1"/>
          </p:nvPr>
        </p:nvSpPr>
        <p:spPr>
          <a:xfrm>
            <a:off x="795527" y="685800"/>
            <a:ext cx="10698480" cy="5486400"/>
          </a:xfrm>
        </p:spPr>
        <p:txBody>
          <a:bodyPr rtlCol="0" anchor="ctr">
            <a:normAutofit/>
          </a:bodyPr>
          <a:lstStyle>
            <a:lvl1pPr marL="0" indent="0" algn="ctr">
              <a:lnSpc>
                <a:spcPct val="100000"/>
              </a:lnSpc>
              <a:buNone/>
              <a:defRPr sz="4800" b="0">
                <a:latin typeface="+mj-lt"/>
              </a:defRPr>
            </a:lvl1pPr>
            <a:lvl2pPr marL="228600" indent="0" algn="ctr">
              <a:lnSpc>
                <a:spcPct val="100000"/>
              </a:lnSpc>
              <a:buNone/>
              <a:defRPr sz="4800" b="0">
                <a:latin typeface="+mj-lt"/>
              </a:defRPr>
            </a:lvl2pPr>
            <a:lvl3pPr marL="457200" indent="0" algn="ctr">
              <a:lnSpc>
                <a:spcPct val="100000"/>
              </a:lnSpc>
              <a:buNone/>
              <a:defRPr sz="4800" b="0">
                <a:latin typeface="+mj-lt"/>
              </a:defRPr>
            </a:lvl3pPr>
            <a:lvl4pPr marL="685800" indent="0" algn="ctr">
              <a:lnSpc>
                <a:spcPct val="100000"/>
              </a:lnSpc>
              <a:buNone/>
              <a:defRPr sz="4800" b="0">
                <a:latin typeface="+mj-lt"/>
              </a:defRPr>
            </a:lvl4pPr>
            <a:lvl5pPr marL="914400" indent="0" algn="ctr">
              <a:lnSpc>
                <a:spcPct val="100000"/>
              </a:lnSpc>
              <a:buNone/>
              <a:defRPr sz="4800" b="0">
                <a:latin typeface="+mj-lt"/>
              </a:defRPr>
            </a:lvl5pPr>
          </a:lstStyle>
          <a:p>
            <a:pPr lvl="0" rtl="0"/>
            <a:r>
              <a:rPr lang="pt-br"/>
              <a:t>Clique para adicionar uma Instrução</a:t>
            </a:r>
          </a:p>
          <a:p>
            <a:pPr lvl="1" rtl="0"/>
            <a:r>
              <a:rPr lang="pt-br"/>
              <a:t>Segundo nível</a:t>
            </a:r>
          </a:p>
          <a:p>
            <a:pPr lvl="2" rtl="0"/>
            <a:r>
              <a:rPr lang="pt-br"/>
              <a:t>Terceiro nível</a:t>
            </a:r>
          </a:p>
          <a:p>
            <a:pPr lvl="3" rtl="0"/>
            <a:r>
              <a:rPr lang="pt-br"/>
              <a:t>Quarto nível</a:t>
            </a:r>
          </a:p>
          <a:p>
            <a:pPr lvl="4" rtl="0"/>
            <a:r>
              <a:rPr lang="pt-br"/>
              <a:t>Quinto nível</a:t>
            </a:r>
          </a:p>
        </p:txBody>
      </p:sp>
      <p:sp>
        <p:nvSpPr>
          <p:cNvPr id="3" name="Espaço Reservado para Data 2">
            <a:extLst>
              <a:ext uri="{FF2B5EF4-FFF2-40B4-BE49-F238E27FC236}">
                <a16:creationId xmlns:a16="http://schemas.microsoft.com/office/drawing/2014/main" id="{67F688C7-1128-9027-65E4-A17BBE7DDDF0}"/>
              </a:ext>
            </a:extLst>
          </p:cNvPr>
          <p:cNvSpPr>
            <a:spLocks noGrp="1"/>
          </p:cNvSpPr>
          <p:nvPr>
            <p:ph type="dt" sz="half" idx="10"/>
          </p:nvPr>
        </p:nvSpPr>
        <p:spPr/>
        <p:txBody>
          <a:bodyPr rtlCol="0"/>
          <a:lstStyle/>
          <a:p>
            <a:pPr rtl="0"/>
            <a:r>
              <a:rPr lang="en-US"/>
              <a:t>10/8/2025</a:t>
            </a:r>
            <a:endParaRPr lang="en-US" dirty="0"/>
          </a:p>
        </p:txBody>
      </p:sp>
      <p:sp>
        <p:nvSpPr>
          <p:cNvPr id="4" name="Espaço Reservado para Rodapé 3">
            <a:extLst>
              <a:ext uri="{FF2B5EF4-FFF2-40B4-BE49-F238E27FC236}">
                <a16:creationId xmlns:a16="http://schemas.microsoft.com/office/drawing/2014/main" id="{3D56E87B-2252-4382-E6E7-15A81BCC8029}"/>
              </a:ext>
            </a:extLst>
          </p:cNvPr>
          <p:cNvSpPr>
            <a:spLocks noGrp="1"/>
          </p:cNvSpPr>
          <p:nvPr>
            <p:ph type="ftr" sz="quarter" idx="11"/>
          </p:nvPr>
        </p:nvSpPr>
        <p:spPr/>
        <p:txBody>
          <a:bodyPr rtlCol="0"/>
          <a:lstStyle/>
          <a:p>
            <a:pPr rtl="0"/>
            <a:r>
              <a:rPr lang="pt-br"/>
              <a:t>Exemplo de Texto de Rodapé</a:t>
            </a:r>
          </a:p>
        </p:txBody>
      </p:sp>
      <p:sp>
        <p:nvSpPr>
          <p:cNvPr id="5" name="Espaço Reservado para o Número do Slide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rtlCol="0"/>
          <a:lstStyle/>
          <a:p>
            <a:pPr rtl="0"/>
            <a:fld id="{CC057153-B650-4DEB-B370-79DDCFDCE934}" type="slidenum">
              <a:rPr lang="en-US" smtClean="0"/>
              <a:pPr rtl="0"/>
              <a:t>‹nº›</a:t>
            </a:fld>
            <a:endParaRPr lang="en-US" dirty="0"/>
          </a:p>
        </p:txBody>
      </p:sp>
      <p:sp>
        <p:nvSpPr>
          <p:cNvPr id="9" name="Retângulo 8">
            <a:extLst>
              <a:ext uri="{FF2B5EF4-FFF2-40B4-BE49-F238E27FC236}">
                <a16:creationId xmlns:a16="http://schemas.microsoft.com/office/drawing/2014/main" id="{D28DBB70-84D2-1F96-C132-E1127669A16F}"/>
              </a:ext>
            </a:extLst>
          </p:cNvPr>
          <p:cNvSpPr/>
          <p:nvPr/>
        </p:nvSpPr>
        <p:spPr>
          <a:xfrm>
            <a:off x="337457" y="351065"/>
            <a:ext cx="11517086" cy="6155871"/>
          </a:xfrm>
          <a:prstGeom prst="rect">
            <a:avLst/>
          </a:prstGeom>
          <a:noFill/>
          <a:ln w="19050">
            <a:solidFill>
              <a:schemeClr val="tx1">
                <a:alpha val="96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Tree>
    <p:extLst>
      <p:ext uri="{BB962C8B-B14F-4D97-AF65-F5344CB8AC3E}">
        <p14:creationId xmlns:p14="http://schemas.microsoft.com/office/powerpoint/2010/main" val="261213617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Cit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212FA0A-1F7B-DD41-ECED-02B60BC46B10}"/>
              </a:ext>
            </a:extLst>
          </p:cNvPr>
          <p:cNvSpPr>
            <a:spLocks noGrp="1"/>
          </p:cNvSpPr>
          <p:nvPr>
            <p:ph type="title" hasCustomPrompt="1"/>
          </p:nvPr>
        </p:nvSpPr>
        <p:spPr>
          <a:xfrm>
            <a:off x="1471118" y="5097029"/>
            <a:ext cx="9246805" cy="594321"/>
          </a:xfrm>
        </p:spPr>
        <p:txBody>
          <a:bodyPr rtlCol="0" anchor="ctr">
            <a:normAutofit/>
          </a:bodyPr>
          <a:lstStyle>
            <a:lvl1pPr>
              <a:lnSpc>
                <a:spcPct val="120000"/>
              </a:lnSpc>
              <a:defRPr sz="2200">
                <a:solidFill>
                  <a:schemeClr val="tx1"/>
                </a:solidFill>
                <a:latin typeface="+mn-lt"/>
              </a:defRPr>
            </a:lvl1pPr>
          </a:lstStyle>
          <a:p>
            <a:pPr rtl="0"/>
            <a:r>
              <a:rPr lang="pt-br"/>
              <a:t>Autor da Citação</a:t>
            </a:r>
          </a:p>
        </p:txBody>
      </p:sp>
      <p:sp>
        <p:nvSpPr>
          <p:cNvPr id="7" name="Espaço Reservado para Conteúdo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74077" y="1188719"/>
            <a:ext cx="9243846" cy="3148857"/>
          </a:xfrm>
        </p:spPr>
        <p:txBody>
          <a:bodyPr rtlCol="0" anchor="t">
            <a:normAutofit/>
          </a:bodyPr>
          <a:lstStyle>
            <a:lvl1pPr marL="164592" indent="-164592">
              <a:lnSpc>
                <a:spcPct val="100000"/>
              </a:lnSpc>
              <a:spcBef>
                <a:spcPts val="0"/>
              </a:spcBef>
              <a:buNone/>
              <a:defRPr sz="4000">
                <a:latin typeface="+mj-lt"/>
              </a:defRPr>
            </a:lvl1pPr>
          </a:lstStyle>
          <a:p>
            <a:pPr lvl="0" rtl="0"/>
            <a:r>
              <a:rPr lang="pt-br"/>
              <a:t>Clique para adicionar uma Citação</a:t>
            </a:r>
          </a:p>
        </p:txBody>
      </p:sp>
      <p:sp>
        <p:nvSpPr>
          <p:cNvPr id="3" name="Espaço Reservado para Data 2">
            <a:extLst>
              <a:ext uri="{FF2B5EF4-FFF2-40B4-BE49-F238E27FC236}">
                <a16:creationId xmlns:a16="http://schemas.microsoft.com/office/drawing/2014/main" id="{C344C372-F7FA-5AA5-92C1-CF476A26623E}"/>
              </a:ext>
            </a:extLst>
          </p:cNvPr>
          <p:cNvSpPr>
            <a:spLocks noGrp="1"/>
          </p:cNvSpPr>
          <p:nvPr>
            <p:ph type="dt" sz="half" idx="10"/>
          </p:nvPr>
        </p:nvSpPr>
        <p:spPr/>
        <p:txBody>
          <a:bodyPr rtlCol="0"/>
          <a:lstStyle/>
          <a:p>
            <a:pPr rtl="0"/>
            <a:r>
              <a:rPr lang="en-US"/>
              <a:t>10/8/2025</a:t>
            </a:r>
            <a:endParaRPr lang="en-US" dirty="0"/>
          </a:p>
        </p:txBody>
      </p:sp>
      <p:sp>
        <p:nvSpPr>
          <p:cNvPr id="4" name="Espaço Reservado para Rodapé 3">
            <a:extLst>
              <a:ext uri="{FF2B5EF4-FFF2-40B4-BE49-F238E27FC236}">
                <a16:creationId xmlns:a16="http://schemas.microsoft.com/office/drawing/2014/main" id="{B23912E3-7555-EAAB-BE83-59ED3B5C9E5B}"/>
              </a:ext>
            </a:extLst>
          </p:cNvPr>
          <p:cNvSpPr>
            <a:spLocks noGrp="1"/>
          </p:cNvSpPr>
          <p:nvPr>
            <p:ph type="ftr" sz="quarter" idx="11"/>
          </p:nvPr>
        </p:nvSpPr>
        <p:spPr/>
        <p:txBody>
          <a:bodyPr rtlCol="0"/>
          <a:lstStyle/>
          <a:p>
            <a:pPr rtl="0"/>
            <a:r>
              <a:rPr lang="pt-br"/>
              <a:t>Exemplo de Texto de Rodapé</a:t>
            </a:r>
          </a:p>
        </p:txBody>
      </p:sp>
      <p:sp>
        <p:nvSpPr>
          <p:cNvPr id="5" name="Espaço Reservado para o Número do Slide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rtlCol="0"/>
          <a:lstStyle/>
          <a:p>
            <a:pPr rtl="0"/>
            <a:fld id="{CC057153-B650-4DEB-B370-79DDCFDCE934}" type="slidenum">
              <a:rPr lang="en-US" smtClean="0"/>
              <a:t>‹nº›</a:t>
            </a:fld>
            <a:endParaRPr lang="en-US" dirty="0"/>
          </a:p>
        </p:txBody>
      </p:sp>
      <p:sp>
        <p:nvSpPr>
          <p:cNvPr id="11" name="Retângulo 10">
            <a:extLst>
              <a:ext uri="{FF2B5EF4-FFF2-40B4-BE49-F238E27FC236}">
                <a16:creationId xmlns:a16="http://schemas.microsoft.com/office/drawing/2014/main" id="{D0EDF265-9439-7BBC-B79E-33CC94E2DC55}"/>
              </a:ext>
            </a:extLst>
          </p:cNvPr>
          <p:cNvSpPr/>
          <p:nvPr/>
        </p:nvSpPr>
        <p:spPr>
          <a:xfrm>
            <a:off x="1125028" y="4775289"/>
            <a:ext cx="9941944" cy="1207725"/>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6" name="Retângulo 5">
            <a:extLst>
              <a:ext uri="{FF2B5EF4-FFF2-40B4-BE49-F238E27FC236}">
                <a16:creationId xmlns:a16="http://schemas.microsoft.com/office/drawing/2014/main" id="{237F47E6-58A4-FEC6-08F5-85426FD8908C}"/>
              </a:ext>
            </a:extLst>
          </p:cNvPr>
          <p:cNvSpPr/>
          <p:nvPr userDrawn="1"/>
        </p:nvSpPr>
        <p:spPr>
          <a:xfrm>
            <a:off x="1123548" y="869544"/>
            <a:ext cx="9941944" cy="3742458"/>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Tree>
    <p:extLst>
      <p:ext uri="{BB962C8B-B14F-4D97-AF65-F5344CB8AC3E}">
        <p14:creationId xmlns:p14="http://schemas.microsoft.com/office/powerpoint/2010/main" val="179915743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Citação 2">
    <p:bg>
      <p:bgPr>
        <a:solidFill>
          <a:schemeClr val="accent2"/>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212FA0A-1F7B-DD41-ECED-02B60BC46B10}"/>
              </a:ext>
            </a:extLst>
          </p:cNvPr>
          <p:cNvSpPr>
            <a:spLocks noGrp="1"/>
          </p:cNvSpPr>
          <p:nvPr>
            <p:ph type="title" hasCustomPrompt="1"/>
          </p:nvPr>
        </p:nvSpPr>
        <p:spPr>
          <a:xfrm>
            <a:off x="885825" y="5407940"/>
            <a:ext cx="10420350" cy="466344"/>
          </a:xfrm>
        </p:spPr>
        <p:txBody>
          <a:bodyPr rtlCol="0" anchor="ctr">
            <a:normAutofit/>
          </a:bodyPr>
          <a:lstStyle>
            <a:lvl1pPr algn="ctr">
              <a:lnSpc>
                <a:spcPct val="120000"/>
              </a:lnSpc>
              <a:defRPr sz="2200">
                <a:solidFill>
                  <a:schemeClr val="tx1"/>
                </a:solidFill>
                <a:latin typeface="+mn-lt"/>
              </a:defRPr>
            </a:lvl1pPr>
          </a:lstStyle>
          <a:p>
            <a:pPr rtl="0"/>
            <a:r>
              <a:rPr lang="pt-br"/>
              <a:t>Autor da Citação</a:t>
            </a:r>
          </a:p>
        </p:txBody>
      </p:sp>
      <p:sp>
        <p:nvSpPr>
          <p:cNvPr id="7" name="Espaço Reservado para Conteúdo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885825" y="841248"/>
            <a:ext cx="10420350" cy="3291840"/>
          </a:xfrm>
        </p:spPr>
        <p:txBody>
          <a:bodyPr rtlCol="0" anchor="ctr">
            <a:normAutofit/>
          </a:bodyPr>
          <a:lstStyle>
            <a:lvl1pPr marL="164592" indent="-164592" algn="ctr">
              <a:lnSpc>
                <a:spcPct val="100000"/>
              </a:lnSpc>
              <a:spcBef>
                <a:spcPts val="0"/>
              </a:spcBef>
              <a:buNone/>
              <a:defRPr sz="4000">
                <a:latin typeface="+mj-lt"/>
              </a:defRPr>
            </a:lvl1pPr>
          </a:lstStyle>
          <a:p>
            <a:pPr lvl="0" rtl="0"/>
            <a:r>
              <a:rPr lang="pt-br"/>
              <a:t>Clique para adicionar uma Citação</a:t>
            </a:r>
          </a:p>
        </p:txBody>
      </p:sp>
      <p:sp>
        <p:nvSpPr>
          <p:cNvPr id="3" name="Espaço Reservado para Data 2">
            <a:extLst>
              <a:ext uri="{FF2B5EF4-FFF2-40B4-BE49-F238E27FC236}">
                <a16:creationId xmlns:a16="http://schemas.microsoft.com/office/drawing/2014/main" id="{C344C372-F7FA-5AA5-92C1-CF476A26623E}"/>
              </a:ext>
            </a:extLst>
          </p:cNvPr>
          <p:cNvSpPr>
            <a:spLocks noGrp="1"/>
          </p:cNvSpPr>
          <p:nvPr>
            <p:ph type="dt" sz="half" idx="10"/>
          </p:nvPr>
        </p:nvSpPr>
        <p:spPr/>
        <p:txBody>
          <a:bodyPr rtlCol="0"/>
          <a:lstStyle/>
          <a:p>
            <a:pPr rtl="0"/>
            <a:r>
              <a:rPr lang="en-US"/>
              <a:t>10/8/2025</a:t>
            </a:r>
            <a:endParaRPr lang="en-US" dirty="0"/>
          </a:p>
        </p:txBody>
      </p:sp>
      <p:sp>
        <p:nvSpPr>
          <p:cNvPr id="4" name="Espaço Reservado para Rodapé 3">
            <a:extLst>
              <a:ext uri="{FF2B5EF4-FFF2-40B4-BE49-F238E27FC236}">
                <a16:creationId xmlns:a16="http://schemas.microsoft.com/office/drawing/2014/main" id="{B23912E3-7555-EAAB-BE83-59ED3B5C9E5B}"/>
              </a:ext>
            </a:extLst>
          </p:cNvPr>
          <p:cNvSpPr>
            <a:spLocks noGrp="1"/>
          </p:cNvSpPr>
          <p:nvPr>
            <p:ph type="ftr" sz="quarter" idx="11"/>
          </p:nvPr>
        </p:nvSpPr>
        <p:spPr/>
        <p:txBody>
          <a:bodyPr rtlCol="0"/>
          <a:lstStyle/>
          <a:p>
            <a:pPr rtl="0"/>
            <a:r>
              <a:rPr lang="pt-br"/>
              <a:t>Exemplo de Texto de Rodapé</a:t>
            </a:r>
          </a:p>
        </p:txBody>
      </p:sp>
      <p:sp>
        <p:nvSpPr>
          <p:cNvPr id="5" name="Espaço Reservado para o Número do Slide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rtlCol="0"/>
          <a:lstStyle/>
          <a:p>
            <a:pPr rtl="0"/>
            <a:fld id="{CC057153-B650-4DEB-B370-79DDCFDCE934}" type="slidenum">
              <a:rPr lang="en-US" smtClean="0"/>
              <a:t>‹nº›</a:t>
            </a:fld>
            <a:endParaRPr lang="en-US" dirty="0"/>
          </a:p>
        </p:txBody>
      </p:sp>
      <p:sp>
        <p:nvSpPr>
          <p:cNvPr id="8" name="Retângulo 7">
            <a:extLst>
              <a:ext uri="{FF2B5EF4-FFF2-40B4-BE49-F238E27FC236}">
                <a16:creationId xmlns:a16="http://schemas.microsoft.com/office/drawing/2014/main" id="{6EDB8923-0D4C-46A4-1BC9-B4AAB7ABEC11}"/>
              </a:ext>
            </a:extLst>
          </p:cNvPr>
          <p:cNvSpPr/>
          <p:nvPr userDrawn="1"/>
        </p:nvSpPr>
        <p:spPr>
          <a:xfrm>
            <a:off x="337457" y="4775289"/>
            <a:ext cx="11517086" cy="173164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10" name="Retângulo 9">
            <a:extLst>
              <a:ext uri="{FF2B5EF4-FFF2-40B4-BE49-F238E27FC236}">
                <a16:creationId xmlns:a16="http://schemas.microsoft.com/office/drawing/2014/main" id="{02BA5BE4-3999-E20A-4360-E5F71C4A185E}"/>
              </a:ext>
            </a:extLst>
          </p:cNvPr>
          <p:cNvSpPr/>
          <p:nvPr userDrawn="1"/>
        </p:nvSpPr>
        <p:spPr>
          <a:xfrm>
            <a:off x="337457" y="351066"/>
            <a:ext cx="11517086" cy="4256794"/>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Tree>
    <p:extLst>
      <p:ext uri="{BB962C8B-B14F-4D97-AF65-F5344CB8AC3E}">
        <p14:creationId xmlns:p14="http://schemas.microsoft.com/office/powerpoint/2010/main" val="325044548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Citação 3">
    <p:bg>
      <p:bgPr>
        <a:solidFill>
          <a:schemeClr val="accent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212FA0A-1F7B-DD41-ECED-02B60BC46B10}"/>
              </a:ext>
            </a:extLst>
          </p:cNvPr>
          <p:cNvSpPr>
            <a:spLocks noGrp="1"/>
          </p:cNvSpPr>
          <p:nvPr>
            <p:ph type="title" hasCustomPrompt="1"/>
          </p:nvPr>
        </p:nvSpPr>
        <p:spPr>
          <a:xfrm>
            <a:off x="986891" y="5669280"/>
            <a:ext cx="8805672" cy="466344"/>
          </a:xfrm>
        </p:spPr>
        <p:txBody>
          <a:bodyPr rtlCol="0" anchor="ctr">
            <a:normAutofit/>
          </a:bodyPr>
          <a:lstStyle>
            <a:lvl1pPr>
              <a:lnSpc>
                <a:spcPct val="120000"/>
              </a:lnSpc>
              <a:defRPr sz="2200">
                <a:solidFill>
                  <a:schemeClr val="tx1"/>
                </a:solidFill>
                <a:latin typeface="+mn-lt"/>
              </a:defRPr>
            </a:lvl1pPr>
          </a:lstStyle>
          <a:p>
            <a:pPr rtl="0"/>
            <a:r>
              <a:rPr lang="pt-br"/>
              <a:t>Autor da Citação</a:t>
            </a:r>
          </a:p>
        </p:txBody>
      </p:sp>
      <p:sp>
        <p:nvSpPr>
          <p:cNvPr id="7" name="Espaço Reservado para Conteúdo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809498" y="1097280"/>
            <a:ext cx="9198864" cy="3328416"/>
          </a:xfrm>
        </p:spPr>
        <p:txBody>
          <a:bodyPr rtlCol="0" anchor="ctr">
            <a:normAutofit/>
          </a:bodyPr>
          <a:lstStyle>
            <a:lvl1pPr marL="164592" indent="-164592">
              <a:lnSpc>
                <a:spcPct val="100000"/>
              </a:lnSpc>
              <a:spcBef>
                <a:spcPts val="0"/>
              </a:spcBef>
              <a:buNone/>
              <a:defRPr sz="4200">
                <a:latin typeface="+mj-lt"/>
              </a:defRPr>
            </a:lvl1pPr>
          </a:lstStyle>
          <a:p>
            <a:pPr lvl="0" rtl="0"/>
            <a:r>
              <a:rPr lang="pt-br"/>
              <a:t>Clique para adicionar uma Citação</a:t>
            </a:r>
          </a:p>
        </p:txBody>
      </p:sp>
      <p:sp>
        <p:nvSpPr>
          <p:cNvPr id="3" name="Espaço Reservado para Data 2">
            <a:extLst>
              <a:ext uri="{FF2B5EF4-FFF2-40B4-BE49-F238E27FC236}">
                <a16:creationId xmlns:a16="http://schemas.microsoft.com/office/drawing/2014/main" id="{C344C372-F7FA-5AA5-92C1-CF476A26623E}"/>
              </a:ext>
            </a:extLst>
          </p:cNvPr>
          <p:cNvSpPr>
            <a:spLocks noGrp="1"/>
          </p:cNvSpPr>
          <p:nvPr>
            <p:ph type="dt" sz="half" idx="10"/>
          </p:nvPr>
        </p:nvSpPr>
        <p:spPr/>
        <p:txBody>
          <a:bodyPr rtlCol="0"/>
          <a:lstStyle/>
          <a:p>
            <a:pPr rtl="0"/>
            <a:r>
              <a:rPr lang="en-US"/>
              <a:t>10/8/2025</a:t>
            </a:r>
            <a:endParaRPr lang="en-US" dirty="0"/>
          </a:p>
        </p:txBody>
      </p:sp>
      <p:sp>
        <p:nvSpPr>
          <p:cNvPr id="4" name="Espaço Reservado para Rodapé 3">
            <a:extLst>
              <a:ext uri="{FF2B5EF4-FFF2-40B4-BE49-F238E27FC236}">
                <a16:creationId xmlns:a16="http://schemas.microsoft.com/office/drawing/2014/main" id="{B23912E3-7555-EAAB-BE83-59ED3B5C9E5B}"/>
              </a:ext>
            </a:extLst>
          </p:cNvPr>
          <p:cNvSpPr>
            <a:spLocks noGrp="1"/>
          </p:cNvSpPr>
          <p:nvPr>
            <p:ph type="ftr" sz="quarter" idx="11"/>
          </p:nvPr>
        </p:nvSpPr>
        <p:spPr/>
        <p:txBody>
          <a:bodyPr rtlCol="0"/>
          <a:lstStyle/>
          <a:p>
            <a:pPr rtl="0"/>
            <a:r>
              <a:rPr lang="pt-br"/>
              <a:t>Exemplo de Texto de Rodapé</a:t>
            </a:r>
          </a:p>
        </p:txBody>
      </p:sp>
      <p:sp>
        <p:nvSpPr>
          <p:cNvPr id="5" name="Espaço Reservado para o Número do Slide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rtlCol="0"/>
          <a:lstStyle/>
          <a:p>
            <a:pPr rtl="0"/>
            <a:fld id="{CC057153-B650-4DEB-B370-79DDCFDCE934}" type="slidenum">
              <a:rPr lang="en-US" smtClean="0"/>
              <a:t>‹nº›</a:t>
            </a:fld>
            <a:endParaRPr lang="en-US" dirty="0"/>
          </a:p>
        </p:txBody>
      </p:sp>
      <p:sp>
        <p:nvSpPr>
          <p:cNvPr id="6" name="Retângulo 5">
            <a:extLst>
              <a:ext uri="{FF2B5EF4-FFF2-40B4-BE49-F238E27FC236}">
                <a16:creationId xmlns:a16="http://schemas.microsoft.com/office/drawing/2014/main" id="{5AEBA90C-6E3D-2EA7-0292-1F928A070042}"/>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Tree>
    <p:extLst>
      <p:ext uri="{BB962C8B-B14F-4D97-AF65-F5344CB8AC3E}">
        <p14:creationId xmlns:p14="http://schemas.microsoft.com/office/powerpoint/2010/main" val="233742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Dois conteúdos">
    <p:bg>
      <p:bgPr>
        <a:solidFill>
          <a:schemeClr val="accent2"/>
        </a:solidFill>
        <a:effectLst/>
      </p:bgPr>
    </p:bg>
    <p:spTree>
      <p:nvGrpSpPr>
        <p:cNvPr id="1" name=""/>
        <p:cNvGrpSpPr/>
        <p:nvPr/>
      </p:nvGrpSpPr>
      <p:grpSpPr>
        <a:xfrm>
          <a:off x="0" y="0"/>
          <a:ext cx="0" cy="0"/>
          <a:chOff x="0" y="0"/>
          <a:chExt cx="0" cy="0"/>
        </a:xfrm>
      </p:grpSpPr>
      <p:sp>
        <p:nvSpPr>
          <p:cNvPr id="8" name="Título 1">
            <a:extLst>
              <a:ext uri="{FF2B5EF4-FFF2-40B4-BE49-F238E27FC236}">
                <a16:creationId xmlns:a16="http://schemas.microsoft.com/office/drawing/2014/main" id="{24D17117-BBA9-4972-76C2-EAFE70BD1CDA}"/>
              </a:ext>
            </a:extLst>
          </p:cNvPr>
          <p:cNvSpPr>
            <a:spLocks noGrp="1"/>
          </p:cNvSpPr>
          <p:nvPr>
            <p:ph type="title"/>
          </p:nvPr>
        </p:nvSpPr>
        <p:spPr>
          <a:xfrm>
            <a:off x="794656" y="842463"/>
            <a:ext cx="10616184" cy="1133856"/>
          </a:xfrm>
        </p:spPr>
        <p:txBody>
          <a:bodyPr rtlCol="0"/>
          <a:lstStyle>
            <a:lvl1pPr>
              <a:defRPr/>
            </a:lvl1pPr>
          </a:lstStyle>
          <a:p>
            <a:pPr rtl="0"/>
            <a:r>
              <a:rPr lang="pt-br"/>
              <a:t>Clique para editar o estilo de título Mestre</a:t>
            </a:r>
          </a:p>
        </p:txBody>
      </p:sp>
      <p:sp>
        <p:nvSpPr>
          <p:cNvPr id="4" name="Espaço Reservado para Conteúdo 3">
            <a:extLst>
              <a:ext uri="{FF2B5EF4-FFF2-40B4-BE49-F238E27FC236}">
                <a16:creationId xmlns:a16="http://schemas.microsoft.com/office/drawing/2014/main" id="{B1EC3D10-12BE-0828-A6FA-C33C4BFCD9C6}"/>
              </a:ext>
            </a:extLst>
          </p:cNvPr>
          <p:cNvSpPr>
            <a:spLocks noGrp="1"/>
          </p:cNvSpPr>
          <p:nvPr>
            <p:ph sz="quarter" idx="15"/>
          </p:nvPr>
        </p:nvSpPr>
        <p:spPr>
          <a:xfrm>
            <a:off x="795338" y="2217738"/>
            <a:ext cx="4872037" cy="4095750"/>
          </a:xfrm>
        </p:spPr>
        <p:txBody>
          <a:bodyPr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
        <p:nvSpPr>
          <p:cNvPr id="10" name="Espaço Reservado para Conteúdo 3">
            <a:extLst>
              <a:ext uri="{FF2B5EF4-FFF2-40B4-BE49-F238E27FC236}">
                <a16:creationId xmlns:a16="http://schemas.microsoft.com/office/drawing/2014/main" id="{CCA2E261-8EB7-B6E1-F84F-2C8AA00E012F}"/>
              </a:ext>
            </a:extLst>
          </p:cNvPr>
          <p:cNvSpPr>
            <a:spLocks noGrp="1"/>
          </p:cNvSpPr>
          <p:nvPr>
            <p:ph sz="quarter" idx="16"/>
          </p:nvPr>
        </p:nvSpPr>
        <p:spPr>
          <a:xfrm>
            <a:off x="6538803" y="2189669"/>
            <a:ext cx="4872037" cy="4095750"/>
          </a:xfrm>
        </p:spPr>
        <p:txBody>
          <a:bodyPr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
        <p:nvSpPr>
          <p:cNvPr id="5" name="Espaço Reservado para Data 4">
            <a:extLst>
              <a:ext uri="{FF2B5EF4-FFF2-40B4-BE49-F238E27FC236}">
                <a16:creationId xmlns:a16="http://schemas.microsoft.com/office/drawing/2014/main" id="{897D0B7E-1A60-DA52-6965-92412B1C2F9F}"/>
              </a:ext>
            </a:extLst>
          </p:cNvPr>
          <p:cNvSpPr>
            <a:spLocks noGrp="1"/>
          </p:cNvSpPr>
          <p:nvPr>
            <p:ph type="dt" sz="half" idx="10"/>
          </p:nvPr>
        </p:nvSpPr>
        <p:spPr/>
        <p:txBody>
          <a:bodyPr rtlCol="0"/>
          <a:lstStyle/>
          <a:p>
            <a:pPr rtl="0"/>
            <a:r>
              <a:rPr lang="en-US"/>
              <a:t>10/8/2025</a:t>
            </a:r>
            <a:endParaRPr lang="en-US" dirty="0"/>
          </a:p>
        </p:txBody>
      </p:sp>
      <p:sp>
        <p:nvSpPr>
          <p:cNvPr id="6" name="Espaço Reservado para Rodapé 5">
            <a:extLst>
              <a:ext uri="{FF2B5EF4-FFF2-40B4-BE49-F238E27FC236}">
                <a16:creationId xmlns:a16="http://schemas.microsoft.com/office/drawing/2014/main" id="{C2BDD5A2-CE3E-3215-6DAA-F75C0D1229DA}"/>
              </a:ext>
            </a:extLst>
          </p:cNvPr>
          <p:cNvSpPr>
            <a:spLocks noGrp="1"/>
          </p:cNvSpPr>
          <p:nvPr>
            <p:ph type="ftr" sz="quarter" idx="11"/>
          </p:nvPr>
        </p:nvSpPr>
        <p:spPr/>
        <p:txBody>
          <a:bodyPr rtlCol="0"/>
          <a:lstStyle/>
          <a:p>
            <a:pPr rtl="0"/>
            <a:r>
              <a:rPr lang="pt-br"/>
              <a:t>Exemplo de Texto de Rodapé</a:t>
            </a:r>
          </a:p>
        </p:txBody>
      </p:sp>
      <p:sp>
        <p:nvSpPr>
          <p:cNvPr id="7" name="Espaço Reservado para o Número do Slide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rtlCol="0"/>
          <a:lstStyle/>
          <a:p>
            <a:pPr rtl="0"/>
            <a:fld id="{CC057153-B650-4DEB-B370-79DDCFDCE934}" type="slidenum">
              <a:rPr lang="en-US" smtClean="0"/>
              <a:t>‹nº›</a:t>
            </a:fld>
            <a:endParaRPr lang="en-US" dirty="0"/>
          </a:p>
        </p:txBody>
      </p:sp>
      <p:sp>
        <p:nvSpPr>
          <p:cNvPr id="3" name="Retângulo 2">
            <a:extLst>
              <a:ext uri="{FF2B5EF4-FFF2-40B4-BE49-F238E27FC236}">
                <a16:creationId xmlns:a16="http://schemas.microsoft.com/office/drawing/2014/main" id="{3A4F54CE-D52E-B9AA-434C-FDF3F79B9698}"/>
              </a:ext>
            </a:extLst>
          </p:cNvPr>
          <p:cNvSpPr/>
          <p:nvPr userDrawn="1"/>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Tree>
    <p:extLst>
      <p:ext uri="{BB962C8B-B14F-4D97-AF65-F5344CB8AC3E}">
        <p14:creationId xmlns:p14="http://schemas.microsoft.com/office/powerpoint/2010/main" val="23634318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omparação">
    <p:spTree>
      <p:nvGrpSpPr>
        <p:cNvPr id="1" name=""/>
        <p:cNvGrpSpPr/>
        <p:nvPr/>
      </p:nvGrpSpPr>
      <p:grpSpPr>
        <a:xfrm>
          <a:off x="0" y="0"/>
          <a:ext cx="0" cy="0"/>
          <a:chOff x="0" y="0"/>
          <a:chExt cx="0" cy="0"/>
        </a:xfrm>
      </p:grpSpPr>
      <p:sp>
        <p:nvSpPr>
          <p:cNvPr id="6" name="Título 1">
            <a:extLst>
              <a:ext uri="{FF2B5EF4-FFF2-40B4-BE49-F238E27FC236}">
                <a16:creationId xmlns:a16="http://schemas.microsoft.com/office/drawing/2014/main" id="{2BCF980F-8A96-8628-DE09-B13E23F3D1A8}"/>
              </a:ext>
            </a:extLst>
          </p:cNvPr>
          <p:cNvSpPr>
            <a:spLocks noGrp="1"/>
          </p:cNvSpPr>
          <p:nvPr>
            <p:ph type="title"/>
          </p:nvPr>
        </p:nvSpPr>
        <p:spPr>
          <a:xfrm>
            <a:off x="794656" y="842464"/>
            <a:ext cx="10613572" cy="822960"/>
          </a:xfrm>
        </p:spPr>
        <p:txBody>
          <a:bodyPr rtlCol="0"/>
          <a:lstStyle>
            <a:lvl1pPr>
              <a:defRPr/>
            </a:lvl1pPr>
          </a:lstStyle>
          <a:p>
            <a:pPr rtl="0"/>
            <a:r>
              <a:rPr lang="pt-br"/>
              <a:t>Clique para editar o estilo de título Mestre</a:t>
            </a:r>
          </a:p>
        </p:txBody>
      </p:sp>
      <p:sp>
        <p:nvSpPr>
          <p:cNvPr id="3" name="Espaço Reservado para Texto 2">
            <a:extLst>
              <a:ext uri="{FF2B5EF4-FFF2-40B4-BE49-F238E27FC236}">
                <a16:creationId xmlns:a16="http://schemas.microsoft.com/office/drawing/2014/main" id="{61CD26D4-290A-F0ED-7D62-41EDA6FEC2B9}"/>
              </a:ext>
            </a:extLst>
          </p:cNvPr>
          <p:cNvSpPr>
            <a:spLocks noGrp="1"/>
          </p:cNvSpPr>
          <p:nvPr>
            <p:ph type="body" idx="1"/>
          </p:nvPr>
        </p:nvSpPr>
        <p:spPr>
          <a:xfrm>
            <a:off x="794656" y="1737360"/>
            <a:ext cx="5157787" cy="559834"/>
          </a:xfrm>
        </p:spPr>
        <p:txBody>
          <a:bodyPr rtlCol="0"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pt-br"/>
              <a:t>Clique para editar o texto Mestre</a:t>
            </a:r>
          </a:p>
        </p:txBody>
      </p:sp>
      <p:sp>
        <p:nvSpPr>
          <p:cNvPr id="14" name="Espaço Reservado para Conteúdo 13">
            <a:extLst>
              <a:ext uri="{FF2B5EF4-FFF2-40B4-BE49-F238E27FC236}">
                <a16:creationId xmlns:a16="http://schemas.microsoft.com/office/drawing/2014/main" id="{752397E2-59D6-9B15-C816-A5E09CBA601E}"/>
              </a:ext>
            </a:extLst>
          </p:cNvPr>
          <p:cNvSpPr>
            <a:spLocks noGrp="1"/>
          </p:cNvSpPr>
          <p:nvPr>
            <p:ph sz="quarter" idx="15"/>
          </p:nvPr>
        </p:nvSpPr>
        <p:spPr>
          <a:xfrm>
            <a:off x="795338" y="2378075"/>
            <a:ext cx="5157787" cy="3636963"/>
          </a:xfrm>
        </p:spPr>
        <p:txBody>
          <a:bodyPr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
        <p:nvSpPr>
          <p:cNvPr id="5" name="Espaço Reservado para Texto 4">
            <a:extLst>
              <a:ext uri="{FF2B5EF4-FFF2-40B4-BE49-F238E27FC236}">
                <a16:creationId xmlns:a16="http://schemas.microsoft.com/office/drawing/2014/main" id="{06536620-C4F3-EEC3-DBF1-05196B1CBB55}"/>
              </a:ext>
            </a:extLst>
          </p:cNvPr>
          <p:cNvSpPr>
            <a:spLocks noGrp="1"/>
          </p:cNvSpPr>
          <p:nvPr>
            <p:ph type="body" sz="quarter" idx="3"/>
          </p:nvPr>
        </p:nvSpPr>
        <p:spPr>
          <a:xfrm>
            <a:off x="6251012" y="1737360"/>
            <a:ext cx="5157216" cy="559834"/>
          </a:xfrm>
        </p:spPr>
        <p:txBody>
          <a:bodyPr rtlCol="0"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pt-br"/>
              <a:t>Clique para editar o texto Mestre</a:t>
            </a:r>
          </a:p>
        </p:txBody>
      </p:sp>
      <p:sp>
        <p:nvSpPr>
          <p:cNvPr id="15" name="Espaço Reservado para Conteúdo 13">
            <a:extLst>
              <a:ext uri="{FF2B5EF4-FFF2-40B4-BE49-F238E27FC236}">
                <a16:creationId xmlns:a16="http://schemas.microsoft.com/office/drawing/2014/main" id="{3E12D3BA-867F-1CF3-4F97-52D6461219E0}"/>
              </a:ext>
            </a:extLst>
          </p:cNvPr>
          <p:cNvSpPr>
            <a:spLocks noGrp="1"/>
          </p:cNvSpPr>
          <p:nvPr>
            <p:ph sz="quarter" idx="16"/>
          </p:nvPr>
        </p:nvSpPr>
        <p:spPr>
          <a:xfrm>
            <a:off x="6251012" y="2378075"/>
            <a:ext cx="5157216" cy="3636963"/>
          </a:xfrm>
        </p:spPr>
        <p:txBody>
          <a:bodyPr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
        <p:nvSpPr>
          <p:cNvPr id="7" name="Espaço Reservado para Data 6">
            <a:extLst>
              <a:ext uri="{FF2B5EF4-FFF2-40B4-BE49-F238E27FC236}">
                <a16:creationId xmlns:a16="http://schemas.microsoft.com/office/drawing/2014/main" id="{4E3B3581-658A-8487-F9CB-E79F2BFF27E4}"/>
              </a:ext>
            </a:extLst>
          </p:cNvPr>
          <p:cNvSpPr>
            <a:spLocks noGrp="1"/>
          </p:cNvSpPr>
          <p:nvPr>
            <p:ph type="dt" sz="half" idx="10"/>
          </p:nvPr>
        </p:nvSpPr>
        <p:spPr/>
        <p:txBody>
          <a:bodyPr rtlCol="0"/>
          <a:lstStyle/>
          <a:p>
            <a:pPr rtl="0"/>
            <a:r>
              <a:rPr lang="en-US"/>
              <a:t>10/8/2025</a:t>
            </a:r>
            <a:endParaRPr lang="en-US" dirty="0"/>
          </a:p>
        </p:txBody>
      </p:sp>
      <p:sp>
        <p:nvSpPr>
          <p:cNvPr id="8" name="Espaço Reservado para Rodapé 7">
            <a:extLst>
              <a:ext uri="{FF2B5EF4-FFF2-40B4-BE49-F238E27FC236}">
                <a16:creationId xmlns:a16="http://schemas.microsoft.com/office/drawing/2014/main" id="{949D76D8-9033-26CF-BF4C-AECCC685C177}"/>
              </a:ext>
            </a:extLst>
          </p:cNvPr>
          <p:cNvSpPr>
            <a:spLocks noGrp="1"/>
          </p:cNvSpPr>
          <p:nvPr>
            <p:ph type="ftr" sz="quarter" idx="11"/>
          </p:nvPr>
        </p:nvSpPr>
        <p:spPr/>
        <p:txBody>
          <a:bodyPr rtlCol="0"/>
          <a:lstStyle/>
          <a:p>
            <a:pPr rtl="0"/>
            <a:r>
              <a:rPr lang="pt-br"/>
              <a:t>Amostra de Texto de Rodapé</a:t>
            </a:r>
          </a:p>
        </p:txBody>
      </p:sp>
      <p:sp>
        <p:nvSpPr>
          <p:cNvPr id="9" name="Espaço Reservado para o Número do Slide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rtlCol="0"/>
          <a:lstStyle/>
          <a:p>
            <a:pPr rtl="0"/>
            <a:fld id="{CC057153-B650-4DEB-B370-79DDCFDCE934}" type="slidenum">
              <a:rPr lang="en-US" smtClean="0"/>
              <a:t>‹nº›</a:t>
            </a:fld>
            <a:endParaRPr lang="en-US" dirty="0"/>
          </a:p>
        </p:txBody>
      </p:sp>
      <p:sp>
        <p:nvSpPr>
          <p:cNvPr id="4" name="Retângulo 3">
            <a:extLst>
              <a:ext uri="{FF2B5EF4-FFF2-40B4-BE49-F238E27FC236}">
                <a16:creationId xmlns:a16="http://schemas.microsoft.com/office/drawing/2014/main" id="{CB55CCF7-A846-6AC9-BA7F-5289CB5E60BD}"/>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Tree>
    <p:extLst>
      <p:ext uri="{BB962C8B-B14F-4D97-AF65-F5344CB8AC3E}">
        <p14:creationId xmlns:p14="http://schemas.microsoft.com/office/powerpoint/2010/main" val="94856021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Somente Título">
    <p:bg>
      <p:bgPr>
        <a:solidFill>
          <a:schemeClr val="accent1"/>
        </a:solidFill>
        <a:effectLst/>
      </p:bgPr>
    </p:bg>
    <p:spTree>
      <p:nvGrpSpPr>
        <p:cNvPr id="1" name=""/>
        <p:cNvGrpSpPr/>
        <p:nvPr/>
      </p:nvGrpSpPr>
      <p:grpSpPr>
        <a:xfrm>
          <a:off x="0" y="0"/>
          <a:ext cx="0" cy="0"/>
          <a:chOff x="0" y="0"/>
          <a:chExt cx="0" cy="0"/>
        </a:xfrm>
      </p:grpSpPr>
      <p:sp>
        <p:nvSpPr>
          <p:cNvPr id="6" name="Título 1">
            <a:extLst>
              <a:ext uri="{FF2B5EF4-FFF2-40B4-BE49-F238E27FC236}">
                <a16:creationId xmlns:a16="http://schemas.microsoft.com/office/drawing/2014/main" id="{7DF42212-3064-51ED-5F30-52A0C7F61F16}"/>
              </a:ext>
            </a:extLst>
          </p:cNvPr>
          <p:cNvSpPr>
            <a:spLocks noGrp="1"/>
          </p:cNvSpPr>
          <p:nvPr>
            <p:ph type="title"/>
          </p:nvPr>
        </p:nvSpPr>
        <p:spPr>
          <a:xfrm>
            <a:off x="794656" y="842464"/>
            <a:ext cx="10613572" cy="1099457"/>
          </a:xfrm>
        </p:spPr>
        <p:txBody>
          <a:bodyPr rtlCol="0"/>
          <a:lstStyle>
            <a:lvl1pPr>
              <a:defRPr/>
            </a:lvl1pPr>
          </a:lstStyle>
          <a:p>
            <a:pPr rtl="0"/>
            <a:r>
              <a:rPr lang="pt-br"/>
              <a:t>Clique para editar o estilo de título Mestre</a:t>
            </a:r>
          </a:p>
        </p:txBody>
      </p:sp>
      <p:sp>
        <p:nvSpPr>
          <p:cNvPr id="3" name="Espaço Reservado para Data 2">
            <a:extLst>
              <a:ext uri="{FF2B5EF4-FFF2-40B4-BE49-F238E27FC236}">
                <a16:creationId xmlns:a16="http://schemas.microsoft.com/office/drawing/2014/main" id="{E89E8268-7232-2944-F1BD-399F9419B563}"/>
              </a:ext>
            </a:extLst>
          </p:cNvPr>
          <p:cNvSpPr>
            <a:spLocks noGrp="1"/>
          </p:cNvSpPr>
          <p:nvPr>
            <p:ph type="dt" sz="half" idx="10"/>
          </p:nvPr>
        </p:nvSpPr>
        <p:spPr/>
        <p:txBody>
          <a:bodyPr rtlCol="0"/>
          <a:lstStyle/>
          <a:p>
            <a:pPr rtl="0"/>
            <a:r>
              <a:rPr lang="en-US"/>
              <a:t>10/8/2025</a:t>
            </a:r>
            <a:endParaRPr lang="en-US" dirty="0"/>
          </a:p>
        </p:txBody>
      </p:sp>
      <p:sp>
        <p:nvSpPr>
          <p:cNvPr id="4" name="Espaço Reservado para Rodapé 3">
            <a:extLst>
              <a:ext uri="{FF2B5EF4-FFF2-40B4-BE49-F238E27FC236}">
                <a16:creationId xmlns:a16="http://schemas.microsoft.com/office/drawing/2014/main" id="{6B968DDD-323F-89A1-84E3-DDBA626D9386}"/>
              </a:ext>
            </a:extLst>
          </p:cNvPr>
          <p:cNvSpPr>
            <a:spLocks noGrp="1"/>
          </p:cNvSpPr>
          <p:nvPr>
            <p:ph type="ftr" sz="quarter" idx="11"/>
          </p:nvPr>
        </p:nvSpPr>
        <p:spPr/>
        <p:txBody>
          <a:bodyPr rtlCol="0"/>
          <a:lstStyle/>
          <a:p>
            <a:pPr rtl="0"/>
            <a:r>
              <a:rPr lang="pt-br"/>
              <a:t>Exemplo de Texto de Rodapé</a:t>
            </a:r>
          </a:p>
        </p:txBody>
      </p:sp>
      <p:sp>
        <p:nvSpPr>
          <p:cNvPr id="5" name="Espaço Reservado para o Número do Slide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rtlCol="0"/>
          <a:lstStyle/>
          <a:p>
            <a:pPr rtl="0"/>
            <a:fld id="{CC057153-B650-4DEB-B370-79DDCFDCE934}" type="slidenum">
              <a:rPr lang="en-US" smtClean="0"/>
              <a:t>‹nº›</a:t>
            </a:fld>
            <a:endParaRPr lang="en-US" dirty="0"/>
          </a:p>
        </p:txBody>
      </p:sp>
      <p:sp>
        <p:nvSpPr>
          <p:cNvPr id="2" name="Retângulo 1">
            <a:extLst>
              <a:ext uri="{FF2B5EF4-FFF2-40B4-BE49-F238E27FC236}">
                <a16:creationId xmlns:a16="http://schemas.microsoft.com/office/drawing/2014/main" id="{889C737F-7905-466F-C06F-F52007DA2F3F}"/>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Tree>
    <p:extLst>
      <p:ext uri="{BB962C8B-B14F-4D97-AF65-F5344CB8AC3E}">
        <p14:creationId xmlns:p14="http://schemas.microsoft.com/office/powerpoint/2010/main" val="357003361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Vazio">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49BC4D82-0182-501C-9231-46767680476E}"/>
              </a:ext>
            </a:extLst>
          </p:cNvPr>
          <p:cNvSpPr>
            <a:spLocks noGrp="1"/>
          </p:cNvSpPr>
          <p:nvPr>
            <p:ph type="dt" sz="half" idx="10"/>
          </p:nvPr>
        </p:nvSpPr>
        <p:spPr/>
        <p:txBody>
          <a:bodyPr rtlCol="0"/>
          <a:lstStyle/>
          <a:p>
            <a:pPr rtl="0"/>
            <a:r>
              <a:rPr lang="en-US"/>
              <a:t>10/8/2025</a:t>
            </a:r>
            <a:endParaRPr lang="en-US" dirty="0"/>
          </a:p>
        </p:txBody>
      </p:sp>
      <p:sp>
        <p:nvSpPr>
          <p:cNvPr id="3" name="Espaço Reservado para Rodapé 2">
            <a:extLst>
              <a:ext uri="{FF2B5EF4-FFF2-40B4-BE49-F238E27FC236}">
                <a16:creationId xmlns:a16="http://schemas.microsoft.com/office/drawing/2014/main" id="{10EAA6C9-A7F3-19F1-D17C-A1D83FAF553F}"/>
              </a:ext>
            </a:extLst>
          </p:cNvPr>
          <p:cNvSpPr>
            <a:spLocks noGrp="1"/>
          </p:cNvSpPr>
          <p:nvPr>
            <p:ph type="ftr" sz="quarter" idx="11"/>
          </p:nvPr>
        </p:nvSpPr>
        <p:spPr/>
        <p:txBody>
          <a:bodyPr rtlCol="0"/>
          <a:lstStyle/>
          <a:p>
            <a:pPr rtl="0"/>
            <a:r>
              <a:rPr lang="pt-br"/>
              <a:t>Exemplo de Texto de Rodapé</a:t>
            </a:r>
          </a:p>
        </p:txBody>
      </p:sp>
      <p:sp>
        <p:nvSpPr>
          <p:cNvPr id="4" name="Espaço Reservado para o Número do Slide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rtlCol="0"/>
          <a:lstStyle/>
          <a:p>
            <a:pPr rtl="0"/>
            <a:fld id="{CC057153-B650-4DEB-B370-79DDCFDCE934}" type="slidenum">
              <a:rPr lang="en-US" smtClean="0"/>
              <a:t>‹nº›</a:t>
            </a:fld>
            <a:endParaRPr lang="en-US" dirty="0"/>
          </a:p>
        </p:txBody>
      </p:sp>
      <p:sp>
        <p:nvSpPr>
          <p:cNvPr id="6" name="Retângulo 5">
            <a:extLst>
              <a:ext uri="{FF2B5EF4-FFF2-40B4-BE49-F238E27FC236}">
                <a16:creationId xmlns:a16="http://schemas.microsoft.com/office/drawing/2014/main" id="{8A90F8C8-2D2A-CF06-5953-711CD27DB9BD}"/>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Tree>
    <p:extLst>
      <p:ext uri="{BB962C8B-B14F-4D97-AF65-F5344CB8AC3E}">
        <p14:creationId xmlns:p14="http://schemas.microsoft.com/office/powerpoint/2010/main" val="38304217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350C37F-77BE-E128-4248-D001C39E79C6}"/>
              </a:ext>
            </a:extLst>
          </p:cNvPr>
          <p:cNvSpPr>
            <a:spLocks noGrp="1"/>
          </p:cNvSpPr>
          <p:nvPr>
            <p:ph type="title"/>
          </p:nvPr>
        </p:nvSpPr>
        <p:spPr>
          <a:xfrm>
            <a:off x="795527" y="841248"/>
            <a:ext cx="3614111" cy="1757505"/>
          </a:xfrm>
        </p:spPr>
        <p:txBody>
          <a:bodyPr rtlCol="0" anchor="t">
            <a:normAutofit/>
          </a:bodyPr>
          <a:lstStyle>
            <a:lvl1pPr>
              <a:defRPr sz="2800"/>
            </a:lvl1pPr>
          </a:lstStyle>
          <a:p>
            <a:pPr rtl="0"/>
            <a:r>
              <a:rPr lang="pt-br"/>
              <a:t>Clique para editar o estilo de título Mestre</a:t>
            </a:r>
          </a:p>
        </p:txBody>
      </p:sp>
      <p:sp>
        <p:nvSpPr>
          <p:cNvPr id="4" name="Espaço Reservado para Texto 3">
            <a:extLst>
              <a:ext uri="{FF2B5EF4-FFF2-40B4-BE49-F238E27FC236}">
                <a16:creationId xmlns:a16="http://schemas.microsoft.com/office/drawing/2014/main" id="{EC0EEBFB-2026-6A35-33ED-F008376B67A0}"/>
              </a:ext>
            </a:extLst>
          </p:cNvPr>
          <p:cNvSpPr>
            <a:spLocks noGrp="1"/>
          </p:cNvSpPr>
          <p:nvPr>
            <p:ph type="body" sz="half" idx="2"/>
          </p:nvPr>
        </p:nvSpPr>
        <p:spPr>
          <a:xfrm>
            <a:off x="795528" y="2794000"/>
            <a:ext cx="3614112" cy="3237592"/>
          </a:xfrm>
        </p:spPr>
        <p:txBody>
          <a:bodyPr rtlCol="0"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pt-br"/>
              <a:t>Clique para editar o texto Mestre</a:t>
            </a:r>
          </a:p>
        </p:txBody>
      </p:sp>
      <p:sp>
        <p:nvSpPr>
          <p:cNvPr id="3" name="Espaço Reservado para Conteúdo 2">
            <a:extLst>
              <a:ext uri="{FF2B5EF4-FFF2-40B4-BE49-F238E27FC236}">
                <a16:creationId xmlns:a16="http://schemas.microsoft.com/office/drawing/2014/main" id="{2F3B20A8-A604-C977-02C0-083BA8663484}"/>
              </a:ext>
            </a:extLst>
          </p:cNvPr>
          <p:cNvSpPr>
            <a:spLocks noGrp="1"/>
          </p:cNvSpPr>
          <p:nvPr>
            <p:ph idx="1"/>
          </p:nvPr>
        </p:nvSpPr>
        <p:spPr>
          <a:xfrm>
            <a:off x="4937736" y="826408"/>
            <a:ext cx="6440258" cy="5205184"/>
          </a:xfrm>
        </p:spPr>
        <p:txBody>
          <a:bodyPr rtlCol="0">
            <a:normAutofit/>
          </a:bodyPr>
          <a:lstStyle>
            <a:lvl1pPr>
              <a:defRPr sz="1400"/>
            </a:lvl1pPr>
            <a:lvl2pPr>
              <a:defRPr sz="1400"/>
            </a:lvl2pPr>
            <a:lvl3pPr>
              <a:defRPr sz="1400"/>
            </a:lvl3pPr>
            <a:lvl4pPr>
              <a:defRPr sz="1400"/>
            </a:lvl4pPr>
            <a:lvl5pPr>
              <a:defRPr sz="1400"/>
            </a:lvl5pPr>
            <a:lvl6pPr>
              <a:defRPr sz="2000"/>
            </a:lvl6pPr>
            <a:lvl7pPr>
              <a:defRPr sz="2000"/>
            </a:lvl7pPr>
            <a:lvl8pPr>
              <a:defRPr sz="2000"/>
            </a:lvl8pPr>
            <a:lvl9pPr>
              <a:defRPr sz="2000"/>
            </a:lvl9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
        <p:nvSpPr>
          <p:cNvPr id="5" name="Espaço Reservado para Data 4">
            <a:extLst>
              <a:ext uri="{FF2B5EF4-FFF2-40B4-BE49-F238E27FC236}">
                <a16:creationId xmlns:a16="http://schemas.microsoft.com/office/drawing/2014/main" id="{93F05638-7A56-469A-825A-1DFA600254C8}"/>
              </a:ext>
            </a:extLst>
          </p:cNvPr>
          <p:cNvSpPr>
            <a:spLocks noGrp="1"/>
          </p:cNvSpPr>
          <p:nvPr>
            <p:ph type="dt" sz="half" idx="10"/>
          </p:nvPr>
        </p:nvSpPr>
        <p:spPr/>
        <p:txBody>
          <a:bodyPr rtlCol="0"/>
          <a:lstStyle/>
          <a:p>
            <a:pPr rtl="0"/>
            <a:r>
              <a:rPr lang="en-US"/>
              <a:t>10/8/2025</a:t>
            </a:r>
            <a:endParaRPr lang="en-US" dirty="0"/>
          </a:p>
        </p:txBody>
      </p:sp>
      <p:sp>
        <p:nvSpPr>
          <p:cNvPr id="6" name="Espaço Reservado para Rodapé 5">
            <a:extLst>
              <a:ext uri="{FF2B5EF4-FFF2-40B4-BE49-F238E27FC236}">
                <a16:creationId xmlns:a16="http://schemas.microsoft.com/office/drawing/2014/main" id="{9C85A215-184B-2105-0279-ED02F6445831}"/>
              </a:ext>
            </a:extLst>
          </p:cNvPr>
          <p:cNvSpPr>
            <a:spLocks noGrp="1"/>
          </p:cNvSpPr>
          <p:nvPr>
            <p:ph type="ftr" sz="quarter" idx="11"/>
          </p:nvPr>
        </p:nvSpPr>
        <p:spPr/>
        <p:txBody>
          <a:bodyPr rtlCol="0"/>
          <a:lstStyle/>
          <a:p>
            <a:pPr rtl="0"/>
            <a:r>
              <a:rPr lang="pt-br"/>
              <a:t>Exemplo de Texto de Rodapé</a:t>
            </a:r>
          </a:p>
        </p:txBody>
      </p:sp>
      <p:sp>
        <p:nvSpPr>
          <p:cNvPr id="7" name="Espaço Reservado para o Número do Slide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rtlCol="0"/>
          <a:lstStyle/>
          <a:p>
            <a:pPr rtl="0"/>
            <a:fld id="{CC057153-B650-4DEB-B370-79DDCFDCE934}" type="slidenum">
              <a:rPr lang="en-US" smtClean="0"/>
              <a:t>‹nº›</a:t>
            </a:fld>
            <a:endParaRPr lang="en-US" dirty="0"/>
          </a:p>
        </p:txBody>
      </p:sp>
      <p:sp>
        <p:nvSpPr>
          <p:cNvPr id="8" name="Retângulo 7">
            <a:extLst>
              <a:ext uri="{FF2B5EF4-FFF2-40B4-BE49-F238E27FC236}">
                <a16:creationId xmlns:a16="http://schemas.microsoft.com/office/drawing/2014/main" id="{5DAB5266-1EFE-EBA4-DA76-9931733DF23D}"/>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Tree>
    <p:extLst>
      <p:ext uri="{BB962C8B-B14F-4D97-AF65-F5344CB8AC3E}">
        <p14:creationId xmlns:p14="http://schemas.microsoft.com/office/powerpoint/2010/main" val="278678773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FB06A09-98CF-FAC2-3708-AECC4360C651}"/>
              </a:ext>
            </a:extLst>
          </p:cNvPr>
          <p:cNvSpPr>
            <a:spLocks noGrp="1"/>
          </p:cNvSpPr>
          <p:nvPr>
            <p:ph type="title"/>
          </p:nvPr>
        </p:nvSpPr>
        <p:spPr>
          <a:xfrm>
            <a:off x="795528" y="841248"/>
            <a:ext cx="3595634" cy="2212313"/>
          </a:xfrm>
        </p:spPr>
        <p:txBody>
          <a:bodyPr rtlCol="0" anchor="t">
            <a:normAutofit/>
          </a:bodyPr>
          <a:lstStyle>
            <a:lvl1pPr>
              <a:defRPr sz="2800"/>
            </a:lvl1pPr>
          </a:lstStyle>
          <a:p>
            <a:pPr rtl="0"/>
            <a:r>
              <a:rPr lang="pt-br"/>
              <a:t>Clique para editar o estilo de título Mestre</a:t>
            </a:r>
          </a:p>
        </p:txBody>
      </p:sp>
      <p:sp>
        <p:nvSpPr>
          <p:cNvPr id="4" name="Espaço Reservado para Texto 3">
            <a:extLst>
              <a:ext uri="{FF2B5EF4-FFF2-40B4-BE49-F238E27FC236}">
                <a16:creationId xmlns:a16="http://schemas.microsoft.com/office/drawing/2014/main" id="{F32C4A61-EF2A-C5A5-B150-4448600B3937}"/>
              </a:ext>
            </a:extLst>
          </p:cNvPr>
          <p:cNvSpPr>
            <a:spLocks noGrp="1"/>
          </p:cNvSpPr>
          <p:nvPr>
            <p:ph type="body" sz="half" idx="2"/>
          </p:nvPr>
        </p:nvSpPr>
        <p:spPr>
          <a:xfrm>
            <a:off x="816059" y="3072019"/>
            <a:ext cx="3585586" cy="2951084"/>
          </a:xfrm>
        </p:spPr>
        <p:txBody>
          <a:bodyPr rtlCol="0"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pt-br"/>
              <a:t>Clique para editar o texto Mestre</a:t>
            </a:r>
          </a:p>
        </p:txBody>
      </p:sp>
      <p:sp>
        <p:nvSpPr>
          <p:cNvPr id="12" name="Espaço Reservado para Imagem 10">
            <a:extLst>
              <a:ext uri="{FF2B5EF4-FFF2-40B4-BE49-F238E27FC236}">
                <a16:creationId xmlns:a16="http://schemas.microsoft.com/office/drawing/2014/main" id="{45E786F4-7682-486A-34C1-04BEC2E2FC43}"/>
              </a:ext>
            </a:extLst>
          </p:cNvPr>
          <p:cNvSpPr>
            <a:spLocks noGrp="1"/>
          </p:cNvSpPr>
          <p:nvPr>
            <p:ph type="pic" sz="quarter" idx="17" hasCustomPrompt="1"/>
          </p:nvPr>
        </p:nvSpPr>
        <p:spPr>
          <a:xfrm>
            <a:off x="5027693" y="351064"/>
            <a:ext cx="6826850" cy="6155870"/>
          </a:xfrm>
          <a:blipFill dpi="0" rotWithShape="1">
            <a:blip r:embed="rId2">
              <a:alphaModFix amt="50000"/>
              <a:extLst>
                <a:ext uri="{28A0092B-C50C-407E-A947-70E740481C1C}">
                  <a14:useLocalDpi xmlns:a14="http://schemas.microsoft.com/office/drawing/2010/main" val="0"/>
                </a:ext>
              </a:extLst>
            </a:blip>
            <a:srcRect/>
            <a:stretch>
              <a:fillRect/>
            </a:stretch>
          </a:blipFill>
          <a:ln w="19050">
            <a:noFill/>
            <a:miter lim="800000"/>
          </a:ln>
        </p:spPr>
        <p:txBody>
          <a:bodyPr rtlCol="0"/>
          <a:lstStyle>
            <a:lvl1pPr marL="0" indent="0">
              <a:buNone/>
              <a:defRPr/>
            </a:lvl1pPr>
          </a:lstStyle>
          <a:p>
            <a:pPr rtl="0"/>
            <a:r>
              <a:rPr lang="pt-br"/>
              <a:t> </a:t>
            </a:r>
          </a:p>
        </p:txBody>
      </p:sp>
      <p:sp>
        <p:nvSpPr>
          <p:cNvPr id="5" name="Espaço Reservado para Data 4">
            <a:extLst>
              <a:ext uri="{FF2B5EF4-FFF2-40B4-BE49-F238E27FC236}">
                <a16:creationId xmlns:a16="http://schemas.microsoft.com/office/drawing/2014/main" id="{920B235E-39C7-4C78-20EF-DB48ECD9CB90}"/>
              </a:ext>
            </a:extLst>
          </p:cNvPr>
          <p:cNvSpPr>
            <a:spLocks noGrp="1"/>
          </p:cNvSpPr>
          <p:nvPr>
            <p:ph type="dt" sz="half" idx="10"/>
          </p:nvPr>
        </p:nvSpPr>
        <p:spPr/>
        <p:txBody>
          <a:bodyPr rtlCol="0"/>
          <a:lstStyle/>
          <a:p>
            <a:pPr rtl="0"/>
            <a:r>
              <a:rPr lang="en-US"/>
              <a:t>10/8/2025</a:t>
            </a:r>
            <a:endParaRPr lang="en-US" dirty="0"/>
          </a:p>
        </p:txBody>
      </p:sp>
      <p:sp>
        <p:nvSpPr>
          <p:cNvPr id="6" name="Espaço Reservado para Rodapé 5">
            <a:extLst>
              <a:ext uri="{FF2B5EF4-FFF2-40B4-BE49-F238E27FC236}">
                <a16:creationId xmlns:a16="http://schemas.microsoft.com/office/drawing/2014/main" id="{7FDC75DA-9A78-9AB9-7171-95A08CC51C56}"/>
              </a:ext>
            </a:extLst>
          </p:cNvPr>
          <p:cNvSpPr>
            <a:spLocks noGrp="1"/>
          </p:cNvSpPr>
          <p:nvPr>
            <p:ph type="ftr" sz="quarter" idx="11"/>
          </p:nvPr>
        </p:nvSpPr>
        <p:spPr/>
        <p:txBody>
          <a:bodyPr rtlCol="0"/>
          <a:lstStyle/>
          <a:p>
            <a:pPr rtl="0"/>
            <a:r>
              <a:rPr lang="pt-br"/>
              <a:t>Exemplo de Texto de Rodapé</a:t>
            </a:r>
          </a:p>
        </p:txBody>
      </p:sp>
      <p:sp>
        <p:nvSpPr>
          <p:cNvPr id="7" name="Espaço Reservado para o Número do Slide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rtlCol="0"/>
          <a:lstStyle/>
          <a:p>
            <a:pPr rtl="0"/>
            <a:fld id="{CC057153-B650-4DEB-B370-79DDCFDCE934}" type="slidenum">
              <a:rPr lang="en-US" smtClean="0"/>
              <a:t>‹nº›</a:t>
            </a:fld>
            <a:endParaRPr lang="en-US" dirty="0"/>
          </a:p>
        </p:txBody>
      </p:sp>
      <p:sp>
        <p:nvSpPr>
          <p:cNvPr id="8" name="Retângulo 7">
            <a:extLst>
              <a:ext uri="{FF2B5EF4-FFF2-40B4-BE49-F238E27FC236}">
                <a16:creationId xmlns:a16="http://schemas.microsoft.com/office/drawing/2014/main" id="{C8B15393-78B7-1299-9758-CF580DF4FE4C}"/>
              </a:ext>
            </a:extLst>
          </p:cNvPr>
          <p:cNvSpPr/>
          <p:nvPr/>
        </p:nvSpPr>
        <p:spPr>
          <a:xfrm>
            <a:off x="337457" y="351065"/>
            <a:ext cx="4539531"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3" name="Retângulo 2">
            <a:extLst>
              <a:ext uri="{FF2B5EF4-FFF2-40B4-BE49-F238E27FC236}">
                <a16:creationId xmlns:a16="http://schemas.microsoft.com/office/drawing/2014/main" id="{9018359C-9A26-486B-945E-75252E555425}"/>
              </a:ext>
            </a:extLst>
          </p:cNvPr>
          <p:cNvSpPr/>
          <p:nvPr userDrawn="1"/>
        </p:nvSpPr>
        <p:spPr>
          <a:xfrm>
            <a:off x="5032196" y="351063"/>
            <a:ext cx="6826850"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Tree>
    <p:extLst>
      <p:ext uri="{BB962C8B-B14F-4D97-AF65-F5344CB8AC3E}">
        <p14:creationId xmlns:p14="http://schemas.microsoft.com/office/powerpoint/2010/main" val="330419091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onclusão">
    <p:bg>
      <p:bgPr>
        <a:solidFill>
          <a:schemeClr val="accent2"/>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664464" y="731520"/>
            <a:ext cx="10863072" cy="1901952"/>
          </a:xfrm>
        </p:spPr>
        <p:txBody>
          <a:bodyPr rtlCol="0" anchor="ctr" anchorCtr="0">
            <a:normAutofit/>
          </a:bodyPr>
          <a:lstStyle>
            <a:lvl1pPr>
              <a:defRPr sz="4800"/>
            </a:lvl1pPr>
          </a:lstStyle>
          <a:p>
            <a:pPr rtl="0"/>
            <a:r>
              <a:rPr lang="pt-br"/>
              <a:t>Clique para editar o estilo de título Mestre</a:t>
            </a:r>
          </a:p>
        </p:txBody>
      </p:sp>
      <p:sp>
        <p:nvSpPr>
          <p:cNvPr id="8" name="Espaço Reservado para Conteúdo 7">
            <a:extLst>
              <a:ext uri="{FF2B5EF4-FFF2-40B4-BE49-F238E27FC236}">
                <a16:creationId xmlns:a16="http://schemas.microsoft.com/office/drawing/2014/main" id="{C7E1FCC9-2D1D-9C6B-8C9A-E3D0A77DBEF0}"/>
              </a:ext>
            </a:extLst>
          </p:cNvPr>
          <p:cNvSpPr>
            <a:spLocks noGrp="1"/>
          </p:cNvSpPr>
          <p:nvPr>
            <p:ph sz="quarter" idx="13"/>
          </p:nvPr>
        </p:nvSpPr>
        <p:spPr>
          <a:xfrm>
            <a:off x="667512" y="3465576"/>
            <a:ext cx="10863072" cy="2743200"/>
          </a:xfrm>
        </p:spPr>
        <p:txBody>
          <a:bodyPr rtlCol="0"/>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
        <p:nvSpPr>
          <p:cNvPr id="4" name="Espaço Reservado para Data 3">
            <a:extLst>
              <a:ext uri="{FF2B5EF4-FFF2-40B4-BE49-F238E27FC236}">
                <a16:creationId xmlns:a16="http://schemas.microsoft.com/office/drawing/2014/main" id="{0B9485D1-E172-8F0A-A425-3097B3ABCFB4}"/>
              </a:ext>
            </a:extLst>
          </p:cNvPr>
          <p:cNvSpPr>
            <a:spLocks noGrp="1"/>
          </p:cNvSpPr>
          <p:nvPr>
            <p:ph type="dt" sz="half" idx="10"/>
          </p:nvPr>
        </p:nvSpPr>
        <p:spPr/>
        <p:txBody>
          <a:bodyPr rtlCol="0"/>
          <a:lstStyle/>
          <a:p>
            <a:pPr rtl="0"/>
            <a:r>
              <a:rPr lang="en-US"/>
              <a:t>10/8/2025</a:t>
            </a:r>
          </a:p>
        </p:txBody>
      </p:sp>
      <p:sp>
        <p:nvSpPr>
          <p:cNvPr id="5" name="Espaço Reservado para Rodapé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lstStyle/>
          <a:p>
            <a:pPr rtl="0"/>
            <a:r>
              <a:rPr lang="pt-br"/>
              <a:t>Exemplo de Texto de Rodapé</a:t>
            </a:r>
          </a:p>
        </p:txBody>
      </p:sp>
      <p:sp>
        <p:nvSpPr>
          <p:cNvPr id="6" name="Espaço Reservado para o Número do Slide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p>
            <a:pPr rtl="0"/>
            <a:fld id="{AEAA3239-9EA4-4A65-A281-97F994456D9F}" type="slidenum">
              <a:rPr lang="en-US" smtClean="0"/>
              <a:t>‹nº›</a:t>
            </a:fld>
            <a:endParaRPr lang="en-US"/>
          </a:p>
        </p:txBody>
      </p:sp>
      <p:sp>
        <p:nvSpPr>
          <p:cNvPr id="3" name="Retângulo 2">
            <a:extLst>
              <a:ext uri="{FF2B5EF4-FFF2-40B4-BE49-F238E27FC236}">
                <a16:creationId xmlns:a16="http://schemas.microsoft.com/office/drawing/2014/main" id="{7218B384-4BC1-E524-57EF-0774C70BAF79}"/>
              </a:ext>
            </a:extLst>
          </p:cNvPr>
          <p:cNvSpPr/>
          <p:nvPr userDrawn="1"/>
        </p:nvSpPr>
        <p:spPr>
          <a:xfrm>
            <a:off x="337457" y="3159582"/>
            <a:ext cx="11517086" cy="3347354"/>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7" name="Retângulo 6">
            <a:extLst>
              <a:ext uri="{FF2B5EF4-FFF2-40B4-BE49-F238E27FC236}">
                <a16:creationId xmlns:a16="http://schemas.microsoft.com/office/drawing/2014/main" id="{4B1C7440-F236-F77D-9637-983809E9B84B}"/>
              </a:ext>
            </a:extLst>
          </p:cNvPr>
          <p:cNvSpPr/>
          <p:nvPr userDrawn="1"/>
        </p:nvSpPr>
        <p:spPr>
          <a:xfrm>
            <a:off x="337457" y="351065"/>
            <a:ext cx="11517086" cy="2645229"/>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Tree>
    <p:extLst>
      <p:ext uri="{BB962C8B-B14F-4D97-AF65-F5344CB8AC3E}">
        <p14:creationId xmlns:p14="http://schemas.microsoft.com/office/powerpoint/2010/main" val="288211395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Conclusão 2">
    <p:bg>
      <p:bgPr>
        <a:solidFill>
          <a:schemeClr val="accent2"/>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667512" y="1627318"/>
            <a:ext cx="8430767" cy="1828800"/>
          </a:xfrm>
        </p:spPr>
        <p:txBody>
          <a:bodyPr rtlCol="0" anchor="b" anchorCtr="0">
            <a:noAutofit/>
          </a:bodyPr>
          <a:lstStyle>
            <a:lvl1pPr>
              <a:defRPr sz="6000"/>
            </a:lvl1pPr>
          </a:lstStyle>
          <a:p>
            <a:pPr rtl="0"/>
            <a:r>
              <a:rPr lang="pt-br"/>
              <a:t>Clique para editar o estilo de título Mestre</a:t>
            </a:r>
          </a:p>
        </p:txBody>
      </p:sp>
      <p:sp>
        <p:nvSpPr>
          <p:cNvPr id="7" name="Espaço Reservado para Conteúdo 6">
            <a:extLst>
              <a:ext uri="{FF2B5EF4-FFF2-40B4-BE49-F238E27FC236}">
                <a16:creationId xmlns:a16="http://schemas.microsoft.com/office/drawing/2014/main" id="{053FFEDA-E57B-DF13-2394-A1514E15F85A}"/>
              </a:ext>
            </a:extLst>
          </p:cNvPr>
          <p:cNvSpPr>
            <a:spLocks noGrp="1"/>
          </p:cNvSpPr>
          <p:nvPr>
            <p:ph sz="quarter" idx="14"/>
          </p:nvPr>
        </p:nvSpPr>
        <p:spPr>
          <a:xfrm>
            <a:off x="667512" y="3622674"/>
            <a:ext cx="8430639" cy="1608008"/>
          </a:xfrm>
        </p:spPr>
        <p:txBody>
          <a:bodyPr rtlCol="0">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
        <p:nvSpPr>
          <p:cNvPr id="4" name="Espaço Reservado para Data 3">
            <a:extLst>
              <a:ext uri="{FF2B5EF4-FFF2-40B4-BE49-F238E27FC236}">
                <a16:creationId xmlns:a16="http://schemas.microsoft.com/office/drawing/2014/main" id="{0B9485D1-E172-8F0A-A425-3097B3ABCFB4}"/>
              </a:ext>
            </a:extLst>
          </p:cNvPr>
          <p:cNvSpPr>
            <a:spLocks noGrp="1"/>
          </p:cNvSpPr>
          <p:nvPr>
            <p:ph type="dt" sz="half" idx="10"/>
          </p:nvPr>
        </p:nvSpPr>
        <p:spPr/>
        <p:txBody>
          <a:bodyPr rtlCol="0"/>
          <a:lstStyle/>
          <a:p>
            <a:pPr rtl="0"/>
            <a:r>
              <a:rPr lang="en-US"/>
              <a:t>10/8/2025</a:t>
            </a:r>
          </a:p>
        </p:txBody>
      </p:sp>
      <p:sp>
        <p:nvSpPr>
          <p:cNvPr id="5" name="Espaço Reservado para Rodapé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lstStyle/>
          <a:p>
            <a:pPr rtl="0"/>
            <a:r>
              <a:rPr lang="pt-br"/>
              <a:t>Exemplo de Texto de Rodapé</a:t>
            </a:r>
          </a:p>
        </p:txBody>
      </p:sp>
      <p:sp>
        <p:nvSpPr>
          <p:cNvPr id="6" name="Espaço Reservado para o Número do Slide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p>
            <a:pPr rtl="0"/>
            <a:fld id="{AEAA3239-9EA4-4A65-A281-97F994456D9F}" type="slidenum">
              <a:rPr lang="en-US" smtClean="0"/>
              <a:t>‹nº›</a:t>
            </a:fld>
            <a:endParaRPr lang="en-US"/>
          </a:p>
        </p:txBody>
      </p:sp>
      <p:sp>
        <p:nvSpPr>
          <p:cNvPr id="3" name="Retângulo 2">
            <a:extLst>
              <a:ext uri="{FF2B5EF4-FFF2-40B4-BE49-F238E27FC236}">
                <a16:creationId xmlns:a16="http://schemas.microsoft.com/office/drawing/2014/main" id="{2AE7AAF8-1CC5-AC91-1BB2-212E591F7ADC}"/>
              </a:ext>
            </a:extLst>
          </p:cNvPr>
          <p:cNvSpPr/>
          <p:nvPr userDrawn="1"/>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Tree>
    <p:extLst>
      <p:ext uri="{BB962C8B-B14F-4D97-AF65-F5344CB8AC3E}">
        <p14:creationId xmlns:p14="http://schemas.microsoft.com/office/powerpoint/2010/main" val="906798234"/>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pPr rtl="0"/>
            <a:r>
              <a:rPr lang="pt-br"/>
              <a:t>Clique para editar o estilo de título Mestre</a:t>
            </a:r>
          </a:p>
        </p:txBody>
      </p:sp>
      <p:sp>
        <p:nvSpPr>
          <p:cNvPr id="3" name="Espaço Reservado para Texto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
        <p:nvSpPr>
          <p:cNvPr id="4" name="Espaço Reservado para Data 3">
            <a:extLst>
              <a:ext uri="{FF2B5EF4-FFF2-40B4-BE49-F238E27FC236}">
                <a16:creationId xmlns:a16="http://schemas.microsoft.com/office/drawing/2014/main" id="{3995753E-AF8A-7E04-8A1A-205B755A0215}"/>
              </a:ext>
            </a:extLst>
          </p:cNvPr>
          <p:cNvSpPr>
            <a:spLocks noGrp="1"/>
          </p:cNvSpPr>
          <p:nvPr>
            <p:ph type="dt" sz="half" idx="2"/>
          </p:nvPr>
        </p:nvSpPr>
        <p:spPr>
          <a:xfrm>
            <a:off x="612647" y="6498770"/>
            <a:ext cx="3494314" cy="359229"/>
          </a:xfrm>
          <a:prstGeom prst="rect">
            <a:avLst/>
          </a:prstGeom>
        </p:spPr>
        <p:txBody>
          <a:bodyPr vert="horz" lIns="91440" tIns="45720" rIns="91440" bIns="45720" rtlCol="0" anchor="ctr"/>
          <a:lstStyle>
            <a:lvl1pPr algn="l" rtl="0">
              <a:defRPr sz="900">
                <a:solidFill>
                  <a:schemeClr val="tx1"/>
                </a:solidFill>
              </a:defRPr>
            </a:lvl1pPr>
          </a:lstStyle>
          <a:p>
            <a:pPr rtl="0"/>
            <a:r>
              <a:rPr lang="en-US"/>
              <a:t>10/8/2025</a:t>
            </a:r>
            <a:endParaRPr lang="en-US" dirty="0"/>
          </a:p>
        </p:txBody>
      </p:sp>
      <p:sp>
        <p:nvSpPr>
          <p:cNvPr id="5" name="Espaço Reservado para Rodapé 4">
            <a:extLst>
              <a:ext uri="{FF2B5EF4-FFF2-40B4-BE49-F238E27FC236}">
                <a16:creationId xmlns:a16="http://schemas.microsoft.com/office/drawing/2014/main" id="{D4E1B7C8-DA74-800B-EE14-A39E9DB32DE4}"/>
              </a:ext>
            </a:extLst>
          </p:cNvPr>
          <p:cNvSpPr>
            <a:spLocks noGrp="1"/>
          </p:cNvSpPr>
          <p:nvPr>
            <p:ph type="ftr" sz="quarter" idx="3"/>
          </p:nvPr>
        </p:nvSpPr>
        <p:spPr>
          <a:xfrm>
            <a:off x="8117045" y="6498770"/>
            <a:ext cx="2759743" cy="359229"/>
          </a:xfrm>
          <a:prstGeom prst="rect">
            <a:avLst/>
          </a:prstGeom>
        </p:spPr>
        <p:txBody>
          <a:bodyPr vert="horz" lIns="91440" tIns="45720" rIns="91440" bIns="45720" rtlCol="0" anchor="ctr"/>
          <a:lstStyle>
            <a:lvl1pPr algn="r" rtl="0">
              <a:defRPr sz="900">
                <a:solidFill>
                  <a:schemeClr val="tx1"/>
                </a:solidFill>
              </a:defRPr>
            </a:lvl1pPr>
          </a:lstStyle>
          <a:p>
            <a:pPr rtl="0"/>
            <a:r>
              <a:rPr lang="pt-br"/>
              <a:t>Exemplo de Texto de Rodapé</a:t>
            </a:r>
            <a:endParaRPr lang="en-US" dirty="0"/>
          </a:p>
        </p:txBody>
      </p:sp>
      <p:sp>
        <p:nvSpPr>
          <p:cNvPr id="6" name="Espaço Reservado para o Número do Slide 5">
            <a:extLst>
              <a:ext uri="{FF2B5EF4-FFF2-40B4-BE49-F238E27FC236}">
                <a16:creationId xmlns:a16="http://schemas.microsoft.com/office/drawing/2014/main" id="{7AC1647D-0DF0-CA1B-F723-EF7B8F508DB7}"/>
              </a:ext>
            </a:extLst>
          </p:cNvPr>
          <p:cNvSpPr>
            <a:spLocks noGrp="1"/>
          </p:cNvSpPr>
          <p:nvPr>
            <p:ph type="sldNum" sz="quarter" idx="4"/>
          </p:nvPr>
        </p:nvSpPr>
        <p:spPr>
          <a:xfrm>
            <a:off x="10890446" y="6498770"/>
            <a:ext cx="379443" cy="359229"/>
          </a:xfrm>
          <a:prstGeom prst="rect">
            <a:avLst/>
          </a:prstGeom>
        </p:spPr>
        <p:txBody>
          <a:bodyPr vert="horz" lIns="91440" tIns="45720" rIns="91440" bIns="45720" rtlCol="0" anchor="ctr"/>
          <a:lstStyle>
            <a:lvl1pPr algn="r" rtl="0">
              <a:defRPr sz="900">
                <a:solidFill>
                  <a:schemeClr val="tx1"/>
                </a:solidFill>
              </a:defRPr>
            </a:lvl1pPr>
          </a:lstStyle>
          <a:p>
            <a:pPr rtl="0"/>
            <a:fld id="{CC057153-B650-4DEB-B370-79DDCFDCE934}" type="slidenum">
              <a:rPr lang="en-US" smtClean="0"/>
              <a:pPr rtl="0"/>
              <a:t>‹nº›</a:t>
            </a:fld>
            <a:endParaRPr lang="en-US" dirty="0"/>
          </a:p>
        </p:txBody>
      </p:sp>
    </p:spTree>
    <p:extLst>
      <p:ext uri="{BB962C8B-B14F-4D97-AF65-F5344CB8AC3E}">
        <p14:creationId xmlns:p14="http://schemas.microsoft.com/office/powerpoint/2010/main" val="4177754749"/>
      </p:ext>
    </p:extLst>
  </p:cSld>
  <p:clrMap bg1="dk1" tx1="lt1" bg2="dk2" tx2="lt2" accent1="accent1" accent2="accent2" accent3="accent3" accent4="accent4" accent5="accent5" accent6="accent6" hlink="hlink" folHlink="folHlink"/>
  <p:sldLayoutIdLst>
    <p:sldLayoutId id="2147483883" r:id="rId1"/>
    <p:sldLayoutId id="2147483827" r:id="rId2"/>
    <p:sldLayoutId id="2147483828" r:id="rId3"/>
    <p:sldLayoutId id="2147483829" r:id="rId4"/>
    <p:sldLayoutId id="2147483826" r:id="rId5"/>
    <p:sldLayoutId id="2147483830" r:id="rId6"/>
    <p:sldLayoutId id="2147483831" r:id="rId7"/>
    <p:sldLayoutId id="2147483832" r:id="rId8"/>
    <p:sldLayoutId id="2147483833" r:id="rId9"/>
    <p:sldLayoutId id="2147483835" r:id="rId10"/>
    <p:sldLayoutId id="2147483836" r:id="rId11"/>
    <p:sldLayoutId id="2147483837" r:id="rId12"/>
    <p:sldLayoutId id="2147483838" r:id="rId13"/>
    <p:sldLayoutId id="2147483839" r:id="rId14"/>
    <p:sldLayoutId id="2147483840" r:id="rId15"/>
    <p:sldLayoutId id="2147483841" r:id="rId16"/>
    <p:sldLayoutId id="2147483885" r:id="rId17"/>
    <p:sldLayoutId id="2147483851" r:id="rId18"/>
    <p:sldLayoutId id="2147483852" r:id="rId19"/>
    <p:sldLayoutId id="2147483881" r:id="rId20"/>
    <p:sldLayoutId id="2147483846" r:id="rId21"/>
    <p:sldLayoutId id="2147483847" r:id="rId22"/>
    <p:sldLayoutId id="2147483842" r:id="rId23"/>
    <p:sldLayoutId id="2147483843" r:id="rId24"/>
    <p:sldLayoutId id="2147483882" r:id="rId25"/>
    <p:sldLayoutId id="2147483889" r:id="rId26"/>
    <p:sldLayoutId id="2147483848" r:id="rId27"/>
    <p:sldLayoutId id="2147483849" r:id="rId28"/>
    <p:sldLayoutId id="2147483856" r:id="rId29"/>
    <p:sldLayoutId id="2147483850" r:id="rId30"/>
    <p:sldLayoutId id="2147483890" r:id="rId31"/>
    <p:sldLayoutId id="2147483844" r:id="rId32"/>
    <p:sldLayoutId id="2147483845" r:id="rId33"/>
    <p:sldLayoutId id="2147483857" r:id="rId34"/>
    <p:sldLayoutId id="2147483884" r:id="rId35"/>
    <p:sldLayoutId id="2147483887" r:id="rId36"/>
    <p:sldLayoutId id="2147483859" r:id="rId37"/>
    <p:sldLayoutId id="2147483860" r:id="rId38"/>
    <p:sldLayoutId id="2147483861" r:id="rId39"/>
    <p:sldLayoutId id="2147483862" r:id="rId40"/>
    <p:sldLayoutId id="2147483864" r:id="rId41"/>
    <p:sldLayoutId id="2147483888" r:id="rId42"/>
    <p:sldLayoutId id="2147483865" r:id="rId43"/>
    <p:sldLayoutId id="2147483866" r:id="rId44"/>
    <p:sldLayoutId id="2147483867" r:id="rId45"/>
    <p:sldLayoutId id="2147483868" r:id="rId46"/>
    <p:sldLayoutId id="2147483869" r:id="rId47"/>
    <p:sldLayoutId id="2147483870" r:id="rId48"/>
    <p:sldLayoutId id="2147483871" r:id="rId49"/>
    <p:sldLayoutId id="2147483872" r:id="rId50"/>
    <p:sldLayoutId id="2147483873" r:id="rId51"/>
    <p:sldLayoutId id="2147483944" r:id="rId52"/>
    <p:sldLayoutId id="2147483945" r:id="rId53"/>
  </p:sldLayoutIdLst>
  <p:hf sldNum="0" hdr="0" ftr="0" dt="0"/>
  <p:txStyles>
    <p:titleStyle>
      <a:lvl1pPr algn="l" defTabSz="914400" rtl="0" eaLnBrk="1" latinLnBrk="0" hangingPunct="1">
        <a:lnSpc>
          <a:spcPct val="80000"/>
        </a:lnSpc>
        <a:spcBef>
          <a:spcPct val="0"/>
        </a:spcBef>
        <a:buNone/>
        <a:defRPr sz="4000" b="0"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1400" kern="1200">
          <a:solidFill>
            <a:schemeClr val="tx1"/>
          </a:solidFill>
          <a:latin typeface="+mn-lt"/>
          <a:ea typeface="+mn-ea"/>
          <a:cs typeface="+mn-cs"/>
        </a:defRPr>
      </a:lvl1pPr>
      <a:lvl2pPr marL="457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34.xml"/></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34.xml"/></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34.xml"/></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5.xml"/><Relationship Id="rId1" Type="http://schemas.openxmlformats.org/officeDocument/2006/relationships/slideLayout" Target="../slideLayouts/slideLayout34.xml"/></Relationships>
</file>

<file path=ppt/slides/_rels/slide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6.xml"/><Relationship Id="rId1" Type="http://schemas.openxmlformats.org/officeDocument/2006/relationships/slideLayout" Target="../slideLayouts/slideLayout34.xml"/></Relationships>
</file>

<file path=ppt/slides/_rels/slide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7.xml"/><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E4F05A-A387-0144-6B39-95EA717C967A}"/>
              </a:ext>
            </a:extLst>
          </p:cNvPr>
          <p:cNvSpPr>
            <a:spLocks noGrp="1"/>
          </p:cNvSpPr>
          <p:nvPr>
            <p:ph type="ctrTitle"/>
          </p:nvPr>
        </p:nvSpPr>
        <p:spPr>
          <a:xfrm>
            <a:off x="819301" y="840278"/>
            <a:ext cx="4337407" cy="3739896"/>
          </a:xfrm>
        </p:spPr>
        <p:txBody>
          <a:bodyPr anchor="t">
            <a:normAutofit/>
          </a:bodyPr>
          <a:lstStyle/>
          <a:p>
            <a:r>
              <a:rPr lang="en-US" err="1"/>
              <a:t>Segurança</a:t>
            </a:r>
            <a:r>
              <a:rPr lang="en-US" dirty="0"/>
              <a:t> de Dados e </a:t>
            </a:r>
            <a:r>
              <a:rPr lang="en-US" err="1"/>
              <a:t>Sigilo</a:t>
            </a:r>
            <a:r>
              <a:rPr lang="en-US" dirty="0"/>
              <a:t> </a:t>
            </a:r>
            <a:br>
              <a:rPr lang="en-US"/>
            </a:br>
            <a:r>
              <a:rPr lang="en-US" sz="4000" dirty="0"/>
              <a:t>(LGPD) – Aula 06</a:t>
            </a:r>
          </a:p>
        </p:txBody>
      </p:sp>
      <p:sp>
        <p:nvSpPr>
          <p:cNvPr id="3" name="Subtitle 2">
            <a:extLst>
              <a:ext uri="{FF2B5EF4-FFF2-40B4-BE49-F238E27FC236}">
                <a16:creationId xmlns:a16="http://schemas.microsoft.com/office/drawing/2014/main" id="{3487B99D-3543-1BB2-46C5-7CC46BE09FDD}"/>
              </a:ext>
            </a:extLst>
          </p:cNvPr>
          <p:cNvSpPr>
            <a:spLocks noGrp="1"/>
          </p:cNvSpPr>
          <p:nvPr>
            <p:ph type="subTitle" idx="1"/>
          </p:nvPr>
        </p:nvSpPr>
        <p:spPr>
          <a:xfrm>
            <a:off x="822452" y="4668118"/>
            <a:ext cx="4334256" cy="1380744"/>
          </a:xfrm>
        </p:spPr>
        <p:txBody>
          <a:bodyPr anchor="b">
            <a:normAutofit/>
          </a:bodyPr>
          <a:lstStyle/>
          <a:p>
            <a:r>
              <a:rPr lang="en-US"/>
              <a:t>Proteção e privacidade na gestão de informações sociais</a:t>
            </a:r>
          </a:p>
        </p:txBody>
      </p:sp>
      <p:pic>
        <p:nvPicPr>
          <p:cNvPr id="5" name="Picture Placeholder 4" descr="Cadeado transparente">
            <a:extLst>
              <a:ext uri="{FF2B5EF4-FFF2-40B4-BE49-F238E27FC236}">
                <a16:creationId xmlns:a16="http://schemas.microsoft.com/office/drawing/2014/main" id="{14E467E5-49F3-4CAD-A34E-62D5FAB0F3A3}"/>
              </a:ext>
            </a:extLst>
          </p:cNvPr>
          <p:cNvPicPr>
            <a:picLocks noGrp="1" noChangeAspect="1"/>
          </p:cNvPicPr>
          <p:nvPr>
            <p:ph type="pic" sz="quarter" idx="18"/>
          </p:nvPr>
        </p:nvPicPr>
        <p:blipFill>
          <a:blip r:embed="rId3"/>
          <a:srcRect l="17479" r="17479"/>
          <a:stretch/>
        </p:blipFill>
        <p:spPr>
          <a:xfrm>
            <a:off x="5752063" y="362609"/>
            <a:ext cx="6089904" cy="6132782"/>
          </a:xfrm>
          <a:blipFill>
            <a:blip r:embed="rId4">
              <a:alphaModFix amt="70000"/>
              <a:extLst>
                <a:ext uri="{28A0092B-C50C-407E-A947-70E740481C1C}">
                  <a14:useLocalDpi xmlns:a14="http://schemas.microsoft.com/office/drawing/2010/main" val="0"/>
                </a:ext>
              </a:extLst>
            </a:blip>
            <a:stretch>
              <a:fillRect/>
            </a:stretch>
          </a:blipFill>
        </p:spPr>
      </p:pic>
    </p:spTree>
    <p:extLst>
      <p:ext uri="{BB962C8B-B14F-4D97-AF65-F5344CB8AC3E}">
        <p14:creationId xmlns:p14="http://schemas.microsoft.com/office/powerpoint/2010/main" val="38035861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F94995-3F8D-BBD9-F8A0-F0EA7A355578}"/>
              </a:ext>
            </a:extLst>
          </p:cNvPr>
          <p:cNvSpPr>
            <a:spLocks noGrp="1"/>
          </p:cNvSpPr>
          <p:nvPr>
            <p:ph type="title"/>
          </p:nvPr>
        </p:nvSpPr>
        <p:spPr>
          <a:xfrm>
            <a:off x="612648" y="599599"/>
            <a:ext cx="4672584" cy="1453896"/>
          </a:xfrm>
        </p:spPr>
        <p:txBody>
          <a:bodyPr anchor="t">
            <a:normAutofit/>
          </a:bodyPr>
          <a:lstStyle/>
          <a:p>
            <a:r>
              <a:rPr lang="en-US" dirty="0"/>
              <a:t>O </a:t>
            </a:r>
            <a:r>
              <a:rPr lang="en-US" dirty="0" err="1"/>
              <a:t>Guardião</a:t>
            </a:r>
            <a:r>
              <a:rPr lang="en-US" dirty="0"/>
              <a:t> Digital: </a:t>
            </a:r>
            <a:r>
              <a:rPr lang="en-US" dirty="0" err="1"/>
              <a:t>Sigilo</a:t>
            </a:r>
            <a:r>
              <a:rPr lang="en-US" dirty="0"/>
              <a:t> e LGPD no CRAS</a:t>
            </a:r>
          </a:p>
        </p:txBody>
      </p:sp>
      <p:pic>
        <p:nvPicPr>
          <p:cNvPr id="5" name="Content Placeholder 4" descr="Conceito de segurança digital com símbolo de pasta e cadeado">
            <a:extLst>
              <a:ext uri="{FF2B5EF4-FFF2-40B4-BE49-F238E27FC236}">
                <a16:creationId xmlns:a16="http://schemas.microsoft.com/office/drawing/2014/main" id="{F2CDC6EC-9014-4806-AB5F-3459F12DEA22}"/>
              </a:ext>
            </a:extLst>
          </p:cNvPr>
          <p:cNvPicPr>
            <a:picLocks noGrp="1" noChangeAspect="1"/>
          </p:cNvPicPr>
          <p:nvPr>
            <p:ph type="pic" sz="quarter" idx="15"/>
          </p:nvPr>
        </p:nvPicPr>
        <p:blipFill>
          <a:blip r:embed="rId3"/>
          <a:stretch/>
        </p:blipFill>
        <p:spPr>
          <a:xfrm>
            <a:off x="349324" y="2517445"/>
            <a:ext cx="5175504" cy="3881628"/>
          </a:xfrm>
        </p:spPr>
      </p:pic>
      <p:sp>
        <p:nvSpPr>
          <p:cNvPr id="4" name="Content Placeholder 3">
            <a:extLst>
              <a:ext uri="{FF2B5EF4-FFF2-40B4-BE49-F238E27FC236}">
                <a16:creationId xmlns:a16="http://schemas.microsoft.com/office/drawing/2014/main" id="{4DD89F0D-EC72-CE3C-5CEE-3935A32B42D1}"/>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37402" y="599600"/>
            <a:ext cx="5633165" cy="5623360"/>
          </a:xfrm>
        </p:spPr>
        <p:txBody>
          <a:bodyPr>
            <a:normAutofit/>
          </a:bodyPr>
          <a:lstStyle/>
          <a:p>
            <a:pPr marL="0" indent="0">
              <a:spcBef>
                <a:spcPts val="2500"/>
              </a:spcBef>
              <a:buFont typeface="Arial" panose="020B0604020202020204" pitchFamily="34" charset="0"/>
              <a:buNone/>
            </a:pPr>
            <a:r>
              <a:rPr lang="en-US" b="1"/>
              <a:t>Papel do Guardião Digital</a:t>
            </a:r>
          </a:p>
          <a:p>
            <a:pPr marL="0" lvl="1" indent="0">
              <a:buFont typeface="Arial" panose="020B0604020202020204" pitchFamily="34" charset="0"/>
              <a:buNone/>
            </a:pPr>
            <a:r>
              <a:t>O assistente social é responsável por proteger informações sensíveis das famílias no CRAS, garantindo sigilo profissional.</a:t>
            </a:r>
            <a:endParaRPr lang="en-US"/>
          </a:p>
          <a:p>
            <a:pPr marL="0" indent="0">
              <a:spcBef>
                <a:spcPts val="2500"/>
              </a:spcBef>
              <a:buFont typeface="Arial" panose="020B0604020202020204" pitchFamily="34" charset="0"/>
              <a:buNone/>
            </a:pPr>
            <a:r>
              <a:rPr lang="en-US" b="1"/>
              <a:t>Importância da LGPD</a:t>
            </a:r>
          </a:p>
          <a:p>
            <a:pPr marL="0" lvl="1" indent="0">
              <a:buFont typeface="Arial" panose="020B0604020202020204" pitchFamily="34" charset="0"/>
              <a:buNone/>
            </a:pPr>
            <a:r>
              <a:t>A LGPD exige vigilância e cuidado contínuo no manejo de dados desde a coleta até o descarte, assegurando conformidade legal.</a:t>
            </a:r>
            <a:endParaRPr lang="en-US"/>
          </a:p>
          <a:p>
            <a:pPr marL="0" indent="0">
              <a:spcBef>
                <a:spcPts val="2500"/>
              </a:spcBef>
              <a:buFont typeface="Arial" panose="020B0604020202020204" pitchFamily="34" charset="0"/>
              <a:buNone/>
            </a:pPr>
            <a:r>
              <a:rPr lang="en-US" b="1"/>
              <a:t>Riscos no Ambiente Digital</a:t>
            </a:r>
          </a:p>
          <a:p>
            <a:pPr marL="0" lvl="1" indent="0">
              <a:buFont typeface="Arial" panose="020B0604020202020204" pitchFamily="34" charset="0"/>
              <a:buNone/>
            </a:pPr>
            <a:r>
              <a:t>Falhas humanas como telas desbloqueadas e compartilhamentos impulsivos são riscos frequentes no ambiente digital do CRAS.</a:t>
            </a:r>
            <a:endParaRPr lang="en-US"/>
          </a:p>
          <a:p>
            <a:pPr marL="0" indent="0">
              <a:spcBef>
                <a:spcPts val="2500"/>
              </a:spcBef>
              <a:buFont typeface="Arial" panose="020B0604020202020204" pitchFamily="34" charset="0"/>
              <a:buNone/>
            </a:pPr>
            <a:r>
              <a:rPr lang="en-US" b="1"/>
              <a:t>Segurança como Atitude</a:t>
            </a:r>
          </a:p>
          <a:p>
            <a:pPr marL="0" lvl="1" indent="0">
              <a:buFont typeface="Arial" panose="020B0604020202020204" pitchFamily="34" charset="0"/>
              <a:buNone/>
            </a:pPr>
            <a:r>
              <a:t>A segurança da informação depende de atitudes simples e conscientes adotadas diariamente por todos os profissionais.</a:t>
            </a:r>
            <a:endParaRPr lang="en-US"/>
          </a:p>
        </p:txBody>
      </p:sp>
    </p:spTree>
    <p:extLst>
      <p:ext uri="{BB962C8B-B14F-4D97-AF65-F5344CB8AC3E}">
        <p14:creationId xmlns:p14="http://schemas.microsoft.com/office/powerpoint/2010/main" val="322030926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C57796-6047-FDAE-6F93-5C3D9628FE99}"/>
              </a:ext>
            </a:extLst>
          </p:cNvPr>
          <p:cNvSpPr>
            <a:spLocks noGrp="1"/>
          </p:cNvSpPr>
          <p:nvPr>
            <p:ph type="title"/>
          </p:nvPr>
        </p:nvSpPr>
        <p:spPr>
          <a:xfrm>
            <a:off x="612648" y="599599"/>
            <a:ext cx="4672584" cy="1453896"/>
          </a:xfrm>
        </p:spPr>
        <p:txBody>
          <a:bodyPr anchor="t">
            <a:normAutofit/>
          </a:bodyPr>
          <a:lstStyle/>
          <a:p>
            <a:r>
              <a:rPr lang="en-US"/>
              <a:t>O Peso do Dado Social</a:t>
            </a:r>
          </a:p>
        </p:txBody>
      </p:sp>
      <p:pic>
        <p:nvPicPr>
          <p:cNvPr id="5" name="Content Placeholder 4" descr="Uma impressão digital em preto e branco">
            <a:extLst>
              <a:ext uri="{FF2B5EF4-FFF2-40B4-BE49-F238E27FC236}">
                <a16:creationId xmlns:a16="http://schemas.microsoft.com/office/drawing/2014/main" id="{16CDF747-65D3-4D4A-AA08-529DB0892FA1}"/>
              </a:ext>
            </a:extLst>
          </p:cNvPr>
          <p:cNvPicPr>
            <a:picLocks noGrp="1" noChangeAspect="1"/>
          </p:cNvPicPr>
          <p:nvPr>
            <p:ph type="pic" sz="quarter" idx="15"/>
          </p:nvPr>
        </p:nvPicPr>
        <p:blipFill>
          <a:blip r:embed="rId3"/>
          <a:srcRect l="3450" r="11650"/>
          <a:stretch>
            <a:fillRect/>
          </a:stretch>
        </p:blipFill>
        <p:spPr>
          <a:xfrm>
            <a:off x="349324" y="2423719"/>
            <a:ext cx="5175504" cy="4069080"/>
          </a:xfrm>
        </p:spPr>
      </p:pic>
      <p:sp>
        <p:nvSpPr>
          <p:cNvPr id="4" name="Content Placeholder 3">
            <a:extLst>
              <a:ext uri="{FF2B5EF4-FFF2-40B4-BE49-F238E27FC236}">
                <a16:creationId xmlns:a16="http://schemas.microsoft.com/office/drawing/2014/main" id="{F3DB5571-9F42-496D-A835-3F972A036C6C}"/>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37402" y="599600"/>
            <a:ext cx="5633165" cy="5623360"/>
          </a:xfrm>
        </p:spPr>
        <p:txBody>
          <a:bodyPr>
            <a:normAutofit/>
          </a:bodyPr>
          <a:lstStyle/>
          <a:p>
            <a:pPr marL="0" indent="0">
              <a:spcBef>
                <a:spcPts val="2500"/>
              </a:spcBef>
              <a:buFont typeface="Arial" panose="020B0604020202020204" pitchFamily="34" charset="0"/>
              <a:buNone/>
            </a:pPr>
            <a:r>
              <a:rPr lang="en-US" b="1"/>
              <a:t>Sensibilidade dos Dados Sociais</a:t>
            </a:r>
          </a:p>
          <a:p>
            <a:pPr marL="0" lvl="1" indent="0">
              <a:buFont typeface="Arial" panose="020B0604020202020204" pitchFamily="34" charset="0"/>
              <a:buNone/>
            </a:pPr>
            <a:r>
              <a:t>Dados sociais incluem informações sobre renda, saúde e vínculos familiares que são extremamente sensíveis e precisam de proteção rigorosa.</a:t>
            </a:r>
            <a:endParaRPr lang="en-US"/>
          </a:p>
          <a:p>
            <a:pPr marL="0" indent="0">
              <a:spcBef>
                <a:spcPts val="2500"/>
              </a:spcBef>
              <a:buFont typeface="Arial" panose="020B0604020202020204" pitchFamily="34" charset="0"/>
              <a:buNone/>
            </a:pPr>
            <a:r>
              <a:rPr lang="en-US" b="1"/>
              <a:t>Riscos no Ambiente Digital</a:t>
            </a:r>
          </a:p>
          <a:p>
            <a:pPr marL="0" lvl="1" indent="0">
              <a:buFont typeface="Arial" panose="020B0604020202020204" pitchFamily="34" charset="0"/>
              <a:buNone/>
            </a:pPr>
            <a:r>
              <a:t>O ambiente digital aumenta a vulnerabilidade dos dados, exigindo cuidados redobrados contra vazamentos e acessos indevidos.</a:t>
            </a:r>
            <a:endParaRPr lang="en-US"/>
          </a:p>
          <a:p>
            <a:pPr marL="0" indent="0">
              <a:spcBef>
                <a:spcPts val="2500"/>
              </a:spcBef>
              <a:buFont typeface="Arial" panose="020B0604020202020204" pitchFamily="34" charset="0"/>
              <a:buNone/>
            </a:pPr>
            <a:r>
              <a:rPr lang="en-US" b="1"/>
              <a:t>Importância da LGPD</a:t>
            </a:r>
          </a:p>
          <a:p>
            <a:pPr marL="0" lvl="1" indent="0">
              <a:buFont typeface="Arial" panose="020B0604020202020204" pitchFamily="34" charset="0"/>
              <a:buNone/>
            </a:pPr>
            <a:r>
              <a:t>A LGPD reforça a proteção dos dados como uma obrigação legal, não apenas uma boa prática ética.</a:t>
            </a:r>
            <a:endParaRPr lang="en-US"/>
          </a:p>
          <a:p>
            <a:pPr marL="0" indent="0">
              <a:spcBef>
                <a:spcPts val="2500"/>
              </a:spcBef>
              <a:buFont typeface="Arial" panose="020B0604020202020204" pitchFamily="34" charset="0"/>
              <a:buNone/>
            </a:pPr>
            <a:r>
              <a:rPr lang="en-US" b="1"/>
              <a:t>Cuidados no Manuseio de Dados</a:t>
            </a:r>
          </a:p>
          <a:p>
            <a:pPr marL="0" lvl="1" indent="0">
              <a:buFont typeface="Arial" panose="020B0604020202020204" pitchFamily="34" charset="0"/>
              <a:buNone/>
            </a:pPr>
            <a:r>
              <a:t>Descuidos internos como arquivos desprotegidos ou dispositivos não criptografados podem causar vazamentos críticos.</a:t>
            </a:r>
            <a:endParaRPr lang="en-US"/>
          </a:p>
        </p:txBody>
      </p:sp>
    </p:spTree>
    <p:extLst>
      <p:ext uri="{BB962C8B-B14F-4D97-AF65-F5344CB8AC3E}">
        <p14:creationId xmlns:p14="http://schemas.microsoft.com/office/powerpoint/2010/main" val="160263075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7E9AE5-35B7-72E2-7214-8336C19C4FF0}"/>
              </a:ext>
            </a:extLst>
          </p:cNvPr>
          <p:cNvSpPr>
            <a:spLocks noGrp="1"/>
          </p:cNvSpPr>
          <p:nvPr>
            <p:ph type="title"/>
          </p:nvPr>
        </p:nvSpPr>
        <p:spPr>
          <a:xfrm>
            <a:off x="612648" y="599599"/>
            <a:ext cx="4672584" cy="1453896"/>
          </a:xfrm>
        </p:spPr>
        <p:txBody>
          <a:bodyPr anchor="t">
            <a:normAutofit/>
          </a:bodyPr>
          <a:lstStyle/>
          <a:p>
            <a:r>
              <a:rPr lang="en-US" dirty="0"/>
              <a:t>LGPD </a:t>
            </a:r>
            <a:r>
              <a:rPr lang="en-US" dirty="0" err="1"/>
              <a:t>na</a:t>
            </a:r>
            <a:r>
              <a:rPr lang="en-US" dirty="0"/>
              <a:t> </a:t>
            </a:r>
            <a:r>
              <a:rPr lang="en-US" dirty="0" err="1"/>
              <a:t>Prática</a:t>
            </a:r>
          </a:p>
        </p:txBody>
      </p:sp>
      <p:pic>
        <p:nvPicPr>
          <p:cNvPr id="5" name="Content Placeholder 4" descr="A palavra &quot;Compliance&quot; está impressa em uma folha de papel rasgada que fica sobre uma lupa que repousa sobre um fundo azul. A imagem é criada usando uma profundidade de campo muito rasa.">
            <a:extLst>
              <a:ext uri="{FF2B5EF4-FFF2-40B4-BE49-F238E27FC236}">
                <a16:creationId xmlns:a16="http://schemas.microsoft.com/office/drawing/2014/main" id="{1B87822D-8C4D-4120-9611-8FE3AF886CA2}"/>
              </a:ext>
            </a:extLst>
          </p:cNvPr>
          <p:cNvPicPr>
            <a:picLocks noGrp="1" noChangeAspect="1"/>
          </p:cNvPicPr>
          <p:nvPr>
            <p:ph type="pic" sz="quarter" idx="15"/>
          </p:nvPr>
        </p:nvPicPr>
        <p:blipFill>
          <a:blip r:embed="rId3"/>
          <a:srcRect l="8790" r="6310"/>
          <a:stretch>
            <a:fillRect/>
          </a:stretch>
        </p:blipFill>
        <p:spPr>
          <a:xfrm>
            <a:off x="349324" y="2423719"/>
            <a:ext cx="5175504" cy="4069080"/>
          </a:xfrm>
        </p:spPr>
      </p:pic>
      <p:sp>
        <p:nvSpPr>
          <p:cNvPr id="4" name="Content Placeholder 3">
            <a:extLst>
              <a:ext uri="{FF2B5EF4-FFF2-40B4-BE49-F238E27FC236}">
                <a16:creationId xmlns:a16="http://schemas.microsoft.com/office/drawing/2014/main" id="{3A1E88E5-6ABC-3855-988B-DD67C4ABC00D}"/>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37402" y="599600"/>
            <a:ext cx="5633165" cy="5623360"/>
          </a:xfrm>
        </p:spPr>
        <p:txBody>
          <a:bodyPr>
            <a:normAutofit/>
          </a:bodyPr>
          <a:lstStyle/>
          <a:p>
            <a:pPr marL="0" indent="0">
              <a:spcBef>
                <a:spcPts val="2500"/>
              </a:spcBef>
              <a:buFont typeface="Arial" panose="020B0604020202020204" pitchFamily="34" charset="0"/>
              <a:buNone/>
            </a:pPr>
            <a:r>
              <a:rPr lang="en-US" b="1"/>
              <a:t>Minimização de Dados</a:t>
            </a:r>
          </a:p>
          <a:p>
            <a:pPr marL="0" lvl="1" indent="0">
              <a:buFont typeface="Arial" panose="020B0604020202020204" pitchFamily="34" charset="0"/>
              <a:buNone/>
            </a:pPr>
            <a:r>
              <a:t>Coletar somente as informações estritamente necessárias para o atendimento, evitando exposições desnecessárias.</a:t>
            </a:r>
            <a:endParaRPr lang="en-US"/>
          </a:p>
          <a:p>
            <a:pPr marL="0" indent="0">
              <a:spcBef>
                <a:spcPts val="2500"/>
              </a:spcBef>
              <a:buFont typeface="Arial" panose="020B0604020202020204" pitchFamily="34" charset="0"/>
              <a:buNone/>
            </a:pPr>
            <a:r>
              <a:rPr lang="en-US" b="1"/>
              <a:t>Compartilhamento Responsável</a:t>
            </a:r>
          </a:p>
          <a:p>
            <a:pPr marL="0" lvl="1" indent="0">
              <a:buFont typeface="Arial" panose="020B0604020202020204" pitchFamily="34" charset="0"/>
              <a:buNone/>
            </a:pPr>
            <a:r>
              <a:t>Evitar envio de dados sensíveis por canais informais para garantir proteção e controle de acesso.</a:t>
            </a:r>
            <a:endParaRPr lang="en-US"/>
          </a:p>
          <a:p>
            <a:pPr marL="0" indent="0">
              <a:spcBef>
                <a:spcPts val="2500"/>
              </a:spcBef>
              <a:buFont typeface="Arial" panose="020B0604020202020204" pitchFamily="34" charset="0"/>
              <a:buNone/>
            </a:pPr>
            <a:r>
              <a:rPr lang="en-US" b="1"/>
              <a:t>Transparência com Usuários</a:t>
            </a:r>
          </a:p>
          <a:p>
            <a:pPr marL="0" lvl="1" indent="0">
              <a:buFont typeface="Arial" panose="020B0604020202020204" pitchFamily="34" charset="0"/>
              <a:buNone/>
            </a:pPr>
            <a:r>
              <a:t>Informar famílias sobre coleta, uso e acesso às suas informações para reforçar confiança no serviço.</a:t>
            </a:r>
            <a:endParaRPr lang="en-US"/>
          </a:p>
          <a:p>
            <a:pPr marL="0" indent="0">
              <a:spcBef>
                <a:spcPts val="2500"/>
              </a:spcBef>
              <a:buFont typeface="Arial" panose="020B0604020202020204" pitchFamily="34" charset="0"/>
              <a:buNone/>
            </a:pPr>
            <a:r>
              <a:rPr lang="en-US" b="1"/>
              <a:t>Conformidade na Prática</a:t>
            </a:r>
          </a:p>
          <a:p>
            <a:pPr marL="0" lvl="1" indent="0">
              <a:buFont typeface="Arial" panose="020B0604020202020204" pitchFamily="34" charset="0"/>
              <a:buNone/>
            </a:pPr>
            <a:r>
              <a:t>Implementar controle de acesso, organização e revisão diária para garantir a proteção dos dados.</a:t>
            </a:r>
            <a:endParaRPr lang="en-US"/>
          </a:p>
        </p:txBody>
      </p:sp>
    </p:spTree>
    <p:extLst>
      <p:ext uri="{BB962C8B-B14F-4D97-AF65-F5344CB8AC3E}">
        <p14:creationId xmlns:p14="http://schemas.microsoft.com/office/powerpoint/2010/main" val="284747944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17A3C4-26BC-BF66-6D3F-E4154550DB59}"/>
              </a:ext>
            </a:extLst>
          </p:cNvPr>
          <p:cNvSpPr>
            <a:spLocks noGrp="1"/>
          </p:cNvSpPr>
          <p:nvPr>
            <p:ph type="title"/>
          </p:nvPr>
        </p:nvSpPr>
        <p:spPr>
          <a:xfrm>
            <a:off x="612648" y="599599"/>
            <a:ext cx="4672584" cy="1453896"/>
          </a:xfrm>
        </p:spPr>
        <p:txBody>
          <a:bodyPr anchor="t">
            <a:normAutofit/>
          </a:bodyPr>
          <a:lstStyle/>
          <a:p>
            <a:r>
              <a:rPr lang="en-US"/>
              <a:t>As Portas Abertas (Riscos Comuns)</a:t>
            </a:r>
          </a:p>
        </p:txBody>
      </p:sp>
      <p:pic>
        <p:nvPicPr>
          <p:cNvPr id="5" name="Content Placeholder 4" descr="Símbolo dourado do ponto de exclamação sobre fundo escuro">
            <a:extLst>
              <a:ext uri="{FF2B5EF4-FFF2-40B4-BE49-F238E27FC236}">
                <a16:creationId xmlns:a16="http://schemas.microsoft.com/office/drawing/2014/main" id="{4FF6749B-9196-4FF6-B039-AD51B6CC7028}"/>
              </a:ext>
            </a:extLst>
          </p:cNvPr>
          <p:cNvPicPr>
            <a:picLocks noGrp="1" noChangeAspect="1"/>
          </p:cNvPicPr>
          <p:nvPr>
            <p:ph type="pic" sz="quarter" idx="15"/>
          </p:nvPr>
        </p:nvPicPr>
        <p:blipFill>
          <a:blip r:embed="rId3"/>
          <a:srcRect l="13267" r="5331" b="1"/>
          <a:stretch>
            <a:fillRect/>
          </a:stretch>
        </p:blipFill>
        <p:spPr>
          <a:xfrm>
            <a:off x="349324" y="2423719"/>
            <a:ext cx="5175504" cy="4069080"/>
          </a:xfrm>
        </p:spPr>
      </p:pic>
      <p:sp>
        <p:nvSpPr>
          <p:cNvPr id="4" name="Content Placeholder 3">
            <a:extLst>
              <a:ext uri="{FF2B5EF4-FFF2-40B4-BE49-F238E27FC236}">
                <a16:creationId xmlns:a16="http://schemas.microsoft.com/office/drawing/2014/main" id="{BFD926B5-317F-963F-1360-963828A58D6B}"/>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37402" y="599600"/>
            <a:ext cx="5633165" cy="5623360"/>
          </a:xfrm>
        </p:spPr>
        <p:txBody>
          <a:bodyPr>
            <a:normAutofit/>
          </a:bodyPr>
          <a:lstStyle/>
          <a:p>
            <a:pPr marL="0" indent="0">
              <a:spcBef>
                <a:spcPts val="2500"/>
              </a:spcBef>
              <a:buFont typeface="Arial" panose="020B0604020202020204" pitchFamily="34" charset="0"/>
              <a:buNone/>
            </a:pPr>
            <a:r>
              <a:rPr lang="en-US" b="1"/>
              <a:t>Risco do WhatsApp Web Aberto</a:t>
            </a:r>
          </a:p>
          <a:p>
            <a:pPr marL="0" lvl="1" indent="0">
              <a:buFont typeface="Arial" panose="020B0604020202020204" pitchFamily="34" charset="0"/>
              <a:buNone/>
            </a:pPr>
            <a:r>
              <a:t>Deixar WhatsApp Web aberto em computadores compartilhados expõe conversas e documentos profissionais a terceiros.</a:t>
            </a:r>
            <a:endParaRPr lang="en-US"/>
          </a:p>
          <a:p>
            <a:pPr marL="0" indent="0">
              <a:spcBef>
                <a:spcPts val="2500"/>
              </a:spcBef>
              <a:buFont typeface="Arial" panose="020B0604020202020204" pitchFamily="34" charset="0"/>
              <a:buNone/>
            </a:pPr>
            <a:r>
              <a:rPr lang="en-US" b="1"/>
              <a:t>Senhas Escritas em Papel</a:t>
            </a:r>
          </a:p>
          <a:p>
            <a:pPr marL="0" lvl="1" indent="0">
              <a:buFont typeface="Arial" panose="020B0604020202020204" pitchFamily="34" charset="0"/>
              <a:buNone/>
            </a:pPr>
            <a:r>
              <a:t>Anotar senhas em papéis visíveis facilita o acesso indevido e demonstra má gestão de credenciais.</a:t>
            </a:r>
            <a:endParaRPr lang="en-US"/>
          </a:p>
          <a:p>
            <a:pPr marL="0" indent="0">
              <a:spcBef>
                <a:spcPts val="2500"/>
              </a:spcBef>
              <a:buFont typeface="Arial" panose="020B0604020202020204" pitchFamily="34" charset="0"/>
              <a:buNone/>
            </a:pPr>
            <a:r>
              <a:rPr lang="en-US" b="1"/>
              <a:t>Golpes de Phishing</a:t>
            </a:r>
          </a:p>
          <a:p>
            <a:pPr marL="0" lvl="1" indent="0">
              <a:buFont typeface="Arial" panose="020B0604020202020204" pitchFamily="34" charset="0"/>
              <a:buNone/>
            </a:pPr>
            <a:r>
              <a:t>Mensagens falsas com aparência institucional induzem cliques em links maliciosos que roubam dados sensíveis.</a:t>
            </a:r>
            <a:endParaRPr lang="en-US"/>
          </a:p>
          <a:p>
            <a:pPr marL="0" indent="0">
              <a:spcBef>
                <a:spcPts val="2500"/>
              </a:spcBef>
              <a:buFont typeface="Arial" panose="020B0604020202020204" pitchFamily="34" charset="0"/>
              <a:buNone/>
            </a:pPr>
            <a:r>
              <a:rPr lang="en-US" b="1"/>
              <a:t>Importância da Prevenção</a:t>
            </a:r>
          </a:p>
          <a:p>
            <a:pPr marL="0" lvl="1" indent="0">
              <a:buFont typeface="Arial" panose="020B0604020202020204" pitchFamily="34" charset="0"/>
              <a:buNone/>
            </a:pPr>
            <a:r>
              <a:t>Entender riscos fortalece comportamentos preventivos, protegendo sigilo profissional e dados das famílias.</a:t>
            </a:r>
            <a:endParaRPr lang="en-US"/>
          </a:p>
        </p:txBody>
      </p:sp>
    </p:spTree>
    <p:extLst>
      <p:ext uri="{BB962C8B-B14F-4D97-AF65-F5344CB8AC3E}">
        <p14:creationId xmlns:p14="http://schemas.microsoft.com/office/powerpoint/2010/main" val="214311861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97150-5216-356C-4AEC-0959DEBD4D21}"/>
              </a:ext>
            </a:extLst>
          </p:cNvPr>
          <p:cNvSpPr>
            <a:spLocks noGrp="1"/>
          </p:cNvSpPr>
          <p:nvPr>
            <p:ph type="title"/>
          </p:nvPr>
        </p:nvSpPr>
        <p:spPr>
          <a:xfrm>
            <a:off x="612648" y="599599"/>
            <a:ext cx="4672584" cy="1453896"/>
          </a:xfrm>
        </p:spPr>
        <p:txBody>
          <a:bodyPr anchor="t">
            <a:normAutofit/>
          </a:bodyPr>
          <a:lstStyle/>
          <a:p>
            <a:r>
              <a:rPr lang="en-US"/>
              <a:t>O Escudo Digital (Boas Práticas)</a:t>
            </a:r>
          </a:p>
        </p:txBody>
      </p:sp>
      <p:pic>
        <p:nvPicPr>
          <p:cNvPr id="5" name="Content Placeholder 4" descr="Criptografe seus dados. Código binário e fechadura digital. Ataque de hackers e violação de dados. Big data com código de computador criptografado. Proteja seus dados. Conceito de segurança e privacidade na internet cibernética. Ilustração 3D de armazenamento de banco de dados">
            <a:extLst>
              <a:ext uri="{FF2B5EF4-FFF2-40B4-BE49-F238E27FC236}">
                <a16:creationId xmlns:a16="http://schemas.microsoft.com/office/drawing/2014/main" id="{2D8AE8F3-5971-4A17-8404-EB4E944AF5E9}"/>
              </a:ext>
            </a:extLst>
          </p:cNvPr>
          <p:cNvPicPr>
            <a:picLocks noGrp="1" noChangeAspect="1"/>
          </p:cNvPicPr>
          <p:nvPr>
            <p:ph type="pic" sz="quarter" idx="15"/>
          </p:nvPr>
        </p:nvPicPr>
        <p:blipFill>
          <a:blip r:embed="rId3"/>
          <a:srcRect l="890" r="48234" b="1"/>
          <a:stretch>
            <a:fillRect/>
          </a:stretch>
        </p:blipFill>
        <p:spPr>
          <a:xfrm>
            <a:off x="349324" y="2423719"/>
            <a:ext cx="5175504" cy="4069080"/>
          </a:xfrm>
        </p:spPr>
      </p:pic>
      <p:sp>
        <p:nvSpPr>
          <p:cNvPr id="4" name="Content Placeholder 3">
            <a:extLst>
              <a:ext uri="{FF2B5EF4-FFF2-40B4-BE49-F238E27FC236}">
                <a16:creationId xmlns:a16="http://schemas.microsoft.com/office/drawing/2014/main" id="{B84E56C8-02E8-0501-D924-05A806973D9C}"/>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37402" y="599600"/>
            <a:ext cx="5633165" cy="5623360"/>
          </a:xfrm>
        </p:spPr>
        <p:txBody>
          <a:bodyPr>
            <a:normAutofit/>
          </a:bodyPr>
          <a:lstStyle/>
          <a:p>
            <a:pPr marL="0" indent="0">
              <a:spcBef>
                <a:spcPts val="2500"/>
              </a:spcBef>
              <a:buFont typeface="Arial" panose="020B0604020202020204" pitchFamily="34" charset="0"/>
              <a:buNone/>
            </a:pPr>
            <a:r>
              <a:rPr lang="en-US" b="1"/>
              <a:t>Regra de Ouro do Bloqueio</a:t>
            </a:r>
          </a:p>
          <a:p>
            <a:pPr marL="0" lvl="1" indent="0">
              <a:buFont typeface="Arial" panose="020B0604020202020204" pitchFamily="34" charset="0"/>
              <a:buNone/>
            </a:pPr>
            <a:r>
              <a:t>Bloquear automaticamente a tela ao se afastar protege informações institucionais de acessos não autorizados.</a:t>
            </a:r>
            <a:endParaRPr lang="en-US"/>
          </a:p>
          <a:p>
            <a:pPr marL="0" indent="0">
              <a:spcBef>
                <a:spcPts val="2500"/>
              </a:spcBef>
              <a:buFont typeface="Arial" panose="020B0604020202020204" pitchFamily="34" charset="0"/>
              <a:buNone/>
            </a:pPr>
            <a:r>
              <a:rPr lang="en-US" b="1"/>
              <a:t>Criação de Senhas Fortes</a:t>
            </a:r>
          </a:p>
          <a:p>
            <a:pPr marL="0" lvl="1" indent="0">
              <a:buFont typeface="Arial" panose="020B0604020202020204" pitchFamily="34" charset="0"/>
              <a:buNone/>
            </a:pPr>
            <a:r>
              <a:t>Senhas devem combinar maiúsculas, minúsculas, números e símbolos, evitando dados pessoais óbvios.</a:t>
            </a:r>
            <a:endParaRPr lang="en-US"/>
          </a:p>
          <a:p>
            <a:pPr marL="0" indent="0">
              <a:spcBef>
                <a:spcPts val="2500"/>
              </a:spcBef>
              <a:buFont typeface="Arial" panose="020B0604020202020204" pitchFamily="34" charset="0"/>
              <a:buNone/>
            </a:pPr>
            <a:r>
              <a:rPr lang="en-US" b="1"/>
              <a:t>Prática de Logoff</a:t>
            </a:r>
          </a:p>
          <a:p>
            <a:pPr marL="0" lvl="1" indent="0">
              <a:buFont typeface="Arial" panose="020B0604020202020204" pitchFamily="34" charset="0"/>
              <a:buNone/>
            </a:pPr>
            <a:r>
              <a:t>Realizar logoff ao finalizar o expediente evita acessos indevidos em sistemas sensíveis do governo.</a:t>
            </a:r>
            <a:endParaRPr lang="en-US"/>
          </a:p>
          <a:p>
            <a:pPr marL="0" indent="0">
              <a:spcBef>
                <a:spcPts val="2500"/>
              </a:spcBef>
              <a:buFont typeface="Arial" panose="020B0604020202020204" pitchFamily="34" charset="0"/>
              <a:buNone/>
            </a:pPr>
            <a:r>
              <a:rPr lang="en-US" b="1"/>
              <a:t>Cultura de Segurança Digital</a:t>
            </a:r>
          </a:p>
          <a:p>
            <a:pPr marL="0" lvl="1" indent="0">
              <a:buFont typeface="Arial" panose="020B0604020202020204" pitchFamily="34" charset="0"/>
              <a:buNone/>
            </a:pPr>
            <a:r>
              <a:t>Segurança da informação é uma prática diária, baseada em disciplina e responsabilidade contínua.</a:t>
            </a:r>
            <a:endParaRPr lang="en-US"/>
          </a:p>
        </p:txBody>
      </p:sp>
    </p:spTree>
    <p:extLst>
      <p:ext uri="{BB962C8B-B14F-4D97-AF65-F5344CB8AC3E}">
        <p14:creationId xmlns:p14="http://schemas.microsoft.com/office/powerpoint/2010/main" val="393658175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57D593-BF3B-A9D2-7CA4-CD9BDD94E468}"/>
              </a:ext>
            </a:extLst>
          </p:cNvPr>
          <p:cNvSpPr>
            <a:spLocks noGrp="1"/>
          </p:cNvSpPr>
          <p:nvPr>
            <p:ph type="title"/>
          </p:nvPr>
        </p:nvSpPr>
        <p:spPr>
          <a:xfrm>
            <a:off x="7204306" y="817137"/>
            <a:ext cx="4192166" cy="1527048"/>
          </a:xfrm>
        </p:spPr>
        <p:txBody>
          <a:bodyPr anchor="b">
            <a:normAutofit/>
          </a:bodyPr>
          <a:lstStyle/>
          <a:p>
            <a:r>
              <a:rPr lang="en-US"/>
              <a:t>O Compromisso Digital</a:t>
            </a:r>
          </a:p>
        </p:txBody>
      </p:sp>
      <p:pic>
        <p:nvPicPr>
          <p:cNvPr id="5" name="Content Placeholder 4" descr="Mundo virtual de mãos dadas com rede de conexão. Intercâmbio global de dados, informação e tecnologia. foto de banco de imagens">
            <a:extLst>
              <a:ext uri="{FF2B5EF4-FFF2-40B4-BE49-F238E27FC236}">
                <a16:creationId xmlns:a16="http://schemas.microsoft.com/office/drawing/2014/main" id="{96F9FBE8-6A35-4632-8BD9-8F2DA6595B08}"/>
              </a:ext>
            </a:extLst>
          </p:cNvPr>
          <p:cNvPicPr>
            <a:picLocks noGrp="1" noChangeAspect="1"/>
          </p:cNvPicPr>
          <p:nvPr>
            <p:ph type="pic" sz="quarter" idx="18"/>
          </p:nvPr>
        </p:nvPicPr>
        <p:blipFill>
          <a:blip r:embed="rId3"/>
          <a:srcRect r="36871" b="2"/>
          <a:stretch>
            <a:fillRect/>
          </a:stretch>
        </p:blipFill>
        <p:spPr>
          <a:xfrm>
            <a:off x="349839" y="361188"/>
            <a:ext cx="6272784" cy="6135624"/>
          </a:xfrm>
        </p:spPr>
      </p:pic>
      <p:sp>
        <p:nvSpPr>
          <p:cNvPr id="4" name="Content Placeholder 3">
            <a:extLst>
              <a:ext uri="{FF2B5EF4-FFF2-40B4-BE49-F238E27FC236}">
                <a16:creationId xmlns:a16="http://schemas.microsoft.com/office/drawing/2014/main" id="{D13FF5D5-9BF7-C309-E91A-E1FAA83FB76D}"/>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204234" y="2637763"/>
            <a:ext cx="4192899" cy="3411099"/>
          </a:xfrm>
        </p:spPr>
        <p:txBody>
          <a:bodyPr>
            <a:normAutofit/>
          </a:bodyPr>
          <a:lstStyle/>
          <a:p>
            <a:pPr marL="0" indent="0">
              <a:lnSpc>
                <a:spcPct val="90000"/>
              </a:lnSpc>
              <a:spcBef>
                <a:spcPts val="2500"/>
              </a:spcBef>
              <a:buFont typeface="Arial" panose="020B0604020202020204" pitchFamily="34" charset="0"/>
              <a:buNone/>
            </a:pPr>
            <a:r>
              <a:rPr lang="en-US" b="1"/>
              <a:t>Segurança começa no humano</a:t>
            </a:r>
          </a:p>
          <a:p>
            <a:pPr marL="0" lvl="1" indent="0">
              <a:lnSpc>
                <a:spcPct val="90000"/>
              </a:lnSpc>
              <a:buFont typeface="Arial" panose="020B0604020202020204" pitchFamily="34" charset="0"/>
              <a:buNone/>
            </a:pPr>
            <a:r>
              <a:t>A segurança da informação depende fundamentalmente do comportamento humano consciente e ético.</a:t>
            </a:r>
            <a:endParaRPr lang="en-US"/>
          </a:p>
          <a:p>
            <a:pPr marL="0" indent="0">
              <a:lnSpc>
                <a:spcPct val="90000"/>
              </a:lnSpc>
              <a:spcBef>
                <a:spcPts val="2500"/>
              </a:spcBef>
              <a:buFont typeface="Arial" panose="020B0604020202020204" pitchFamily="34" charset="0"/>
              <a:buNone/>
            </a:pPr>
            <a:r>
              <a:rPr lang="en-US" b="1"/>
              <a:t>Práticas recomendadas de proteção</a:t>
            </a:r>
          </a:p>
          <a:p>
            <a:pPr marL="0" lvl="1" indent="0">
              <a:lnSpc>
                <a:spcPct val="90000"/>
              </a:lnSpc>
              <a:buFont typeface="Arial" panose="020B0604020202020204" pitchFamily="34" charset="0"/>
              <a:buNone/>
            </a:pPr>
            <a:r>
              <a:t>Revisar senhas, controlar acesso à tela e armazenar dados em locais seguros são essenciais para proteção.</a:t>
            </a:r>
            <a:endParaRPr lang="en-US"/>
          </a:p>
          <a:p>
            <a:pPr marL="0" indent="0">
              <a:lnSpc>
                <a:spcPct val="90000"/>
              </a:lnSpc>
              <a:spcBef>
                <a:spcPts val="2500"/>
              </a:spcBef>
              <a:buFont typeface="Arial" panose="020B0604020202020204" pitchFamily="34" charset="0"/>
              <a:buNone/>
            </a:pPr>
            <a:r>
              <a:rPr lang="en-US" b="1"/>
              <a:t>Compromisso ético digital</a:t>
            </a:r>
          </a:p>
          <a:p>
            <a:pPr marL="0" lvl="1" indent="0">
              <a:lnSpc>
                <a:spcPct val="90000"/>
              </a:lnSpc>
              <a:buFont typeface="Arial" panose="020B0604020202020204" pitchFamily="34" charset="0"/>
              <a:buNone/>
            </a:pPr>
            <a:r>
              <a:t>Proteger dados é um ato ético que reforça a confiança das famílias e integridade dos serviços.</a:t>
            </a:r>
            <a:endParaRPr lang="en-US"/>
          </a:p>
        </p:txBody>
      </p:sp>
    </p:spTree>
    <p:extLst>
      <p:ext uri="{BB962C8B-B14F-4D97-AF65-F5344CB8AC3E}">
        <p14:creationId xmlns:p14="http://schemas.microsoft.com/office/powerpoint/2010/main" val="41594549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Academia clássica">
  <a:themeElements>
    <a:clrScheme name="Classical Academia">
      <a:dk1>
        <a:srgbClr val="47292D"/>
      </a:dk1>
      <a:lt1>
        <a:srgbClr val="DFD1C2"/>
      </a:lt1>
      <a:dk2>
        <a:srgbClr val="000000"/>
      </a:dk2>
      <a:lt2>
        <a:srgbClr val="FEFFFF"/>
      </a:lt2>
      <a:accent1>
        <a:srgbClr val="223343"/>
      </a:accent1>
      <a:accent2>
        <a:srgbClr val="5E332F"/>
      </a:accent2>
      <a:accent3>
        <a:srgbClr val="8194A8"/>
      </a:accent3>
      <a:accent4>
        <a:srgbClr val="621E13"/>
      </a:accent4>
      <a:accent5>
        <a:srgbClr val="5F7653"/>
      </a:accent5>
      <a:accent6>
        <a:srgbClr val="B5A093"/>
      </a:accent6>
      <a:hlink>
        <a:srgbClr val="B75A48"/>
      </a:hlink>
      <a:folHlink>
        <a:srgbClr val="0089A1"/>
      </a:folHlink>
    </a:clrScheme>
    <a:fontScheme name="Custom 10">
      <a:majorFont>
        <a:latin typeface="Playfair Display"/>
        <a:ea typeface=""/>
        <a:cs typeface=""/>
      </a:majorFont>
      <a:minorFont>
        <a:latin typeface="Ralew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lassical academia_Copilot Layouts_win32_EF_v9" id="{3BB5C372-D498-4A01-A843-C767419E0779}" vid="{BC5E8C9F-4F06-4C16-ABEB-D596FCDF2658}"/>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230e9df3-be65-4c73-a93b-d1236ebd677e" xsi:nil="true"/>
    <MediaServiceKeyPoints xmlns="9e626b82-2e62-4b56-b4f0-2eb243f478f4" xsi:nil="true"/>
    <Thumbnail xmlns="9e626b82-2e62-4b56-b4f0-2eb243f478f4" xsi:nil="true"/>
    <Vertical xmlns="9e626b82-2e62-4b56-b4f0-2eb243f478f4" xsi:nil="true"/>
    <lcf76f155ced4ddcb4097134ff3c332f xmlns="9e626b82-2e62-4b56-b4f0-2eb243f478f4">
      <Terms xmlns="http://schemas.microsoft.com/office/infopath/2007/PartnerControls"/>
    </lcf76f155ced4ddcb4097134ff3c332f>
    <Styletags_x0028_include1_x002d_3_x0029_ xmlns="9e626b82-2e62-4b56-b4f0-2eb243f478f4" xsi:nil="true"/>
    <Intent xmlns="9e626b82-2e62-4b56-b4f0-2eb243f478f4"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F70BD21B179B1749B10B6700D890B8C6" ma:contentTypeVersion="30" ma:contentTypeDescription="Create a new document." ma:contentTypeScope="" ma:versionID="a13b221ee5b949bd1d4a5301a6f516f4">
  <xsd:schema xmlns:xsd="http://www.w3.org/2001/XMLSchema" xmlns:xs="http://www.w3.org/2001/XMLSchema" xmlns:p="http://schemas.microsoft.com/office/2006/metadata/properties" xmlns:ns1="http://schemas.microsoft.com/sharepoint/v3" xmlns:ns2="9e626b82-2e62-4b56-b4f0-2eb243f478f4" xmlns:ns3="230e9df3-be65-4c73-a93b-d1236ebd677e" xmlns:ns4="543e3375-4853-4ccc-a3e2-1512ebb9cffd" targetNamespace="http://schemas.microsoft.com/office/2006/metadata/properties" ma:root="true" ma:fieldsID="233e7f4977957a9e20bc87caea750b4e" ns1:_="" ns2:_="" ns3:_="" ns4:_="">
    <xsd:import namespace="http://schemas.microsoft.com/sharepoint/v3"/>
    <xsd:import namespace="9e626b82-2e62-4b56-b4f0-2eb243f478f4"/>
    <xsd:import namespace="230e9df3-be65-4c73-a93b-d1236ebd677e"/>
    <xsd:import namespace="543e3375-4853-4ccc-a3e2-1512ebb9cffd"/>
    <xsd:element name="properties">
      <xsd:complexType>
        <xsd:sequence>
          <xsd:element name="documentManagement">
            <xsd:complexType>
              <xsd:all>
                <xsd:element ref="ns2:MediaServiceMetadata" minOccurs="0"/>
                <xsd:element ref="ns2:MediaServiceFastMetadata" minOccurs="0"/>
                <xsd:element ref="ns2:MediaServiceGenerationTime" minOccurs="0"/>
                <xsd:element ref="ns2:MediaServiceEventHashCode" minOccurs="0"/>
                <xsd:element ref="ns2:MediaServiceOCR" minOccurs="0"/>
                <xsd:element ref="ns2:lcf76f155ced4ddcb4097134ff3c332f" minOccurs="0"/>
                <xsd:element ref="ns3:TaxCatchAll" minOccurs="0"/>
                <xsd:element ref="ns4:SharedWithUsers" minOccurs="0"/>
                <xsd:element ref="ns4:SharedWithDetails" minOccurs="0"/>
                <xsd:element ref="ns2:MediaServiceAutoKeyPoints" minOccurs="0"/>
                <xsd:element ref="ns2:MediaServiceKeyPoints" minOccurs="0"/>
                <xsd:element ref="ns2:MediaServiceSearchProperties" minOccurs="0"/>
                <xsd:element ref="ns1:_ip_UnifiedCompliancePolicyProperties" minOccurs="0"/>
                <xsd:element ref="ns1:_ip_UnifiedCompliancePolicyUIAction" minOccurs="0"/>
                <xsd:element ref="ns2:MediaServiceDocTags" minOccurs="0"/>
                <xsd:element ref="ns2:MediaServiceDateTaken" minOccurs="0"/>
                <xsd:element ref="ns2:MediaLengthInSeconds" minOccurs="0"/>
                <xsd:element ref="ns2:MediaServiceObjectDetectorVersions" minOccurs="0"/>
                <xsd:element ref="ns2:MediaServiceSystemTags" minOccurs="0"/>
                <xsd:element ref="ns2:Styletags_x0028_include1_x002d_3_x0029_" minOccurs="0"/>
                <xsd:element ref="ns2:Vertical" minOccurs="0"/>
                <xsd:element ref="ns2:Intent" minOccurs="0"/>
                <xsd:element ref="ns2:Thumbnail"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1" nillable="true" ma:displayName="Unified Compliance Policy Properties" ma:hidden="true" ma:internalName="_ip_UnifiedCompliancePolicyProperties">
      <xsd:simpleType>
        <xsd:restriction base="dms:Note"/>
      </xsd:simpleType>
    </xsd:element>
    <xsd:element name="_ip_UnifiedCompliancePolicyUIAction" ma:index="22"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e626b82-2e62-4b56-b4f0-2eb243f478f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GenerationTime" ma:index="10" nillable="true" ma:displayName="MediaServiceGenerationTime" ma:hidden="true" ma:internalName="MediaServiceGenerationTime" ma:readOnly="true">
      <xsd:simpleType>
        <xsd:restriction base="dms:Text"/>
      </xsd:simpleType>
    </xsd:element>
    <xsd:element name="MediaServiceEventHashCode" ma:index="11" nillable="true" ma:displayName="MediaServiceEventHashCode" ma:hidden="true" ma:internalName="MediaServiceEventHashCode"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DocTags" ma:index="23" nillable="true" ma:displayName="MediaServiceDocTags" ma:hidden="true" ma:internalName="MediaServiceDocTags" ma:readOnly="true">
      <xsd:simpleType>
        <xsd:restriction base="dms:Note"/>
      </xsd:simpleType>
    </xsd:element>
    <xsd:element name="MediaServiceDateTaken" ma:index="24" nillable="true" ma:displayName="MediaServiceDateTaken" ma:hidden="true" ma:indexed="true" ma:internalName="MediaServiceDateTaken" ma:readOnly="true">
      <xsd:simpleType>
        <xsd:restriction base="dms:Text"/>
      </xsd:simpleType>
    </xsd:element>
    <xsd:element name="MediaLengthInSeconds" ma:index="25" nillable="true" ma:displayName="MediaLengthInSeconds" ma:hidden="true" ma:internalName="MediaLengthInSeconds" ma:readOnly="true">
      <xsd:simpleType>
        <xsd:restriction base="dms:Unknown"/>
      </xsd:simpleType>
    </xsd:element>
    <xsd:element name="MediaServiceObjectDetectorVersions" ma:index="26" nillable="true" ma:displayName="MediaServiceObjectDetectorVersions" ma:hidden="true" ma:indexed="true" ma:internalName="MediaServiceObjectDetectorVersions" ma:readOnly="true">
      <xsd:simpleType>
        <xsd:restriction base="dms:Text"/>
      </xsd:simpleType>
    </xsd:element>
    <xsd:element name="MediaServiceSystemTags" ma:index="27" nillable="true" ma:displayName="MediaServiceSystemTags" ma:hidden="true" ma:internalName="MediaServiceSystemTags" ma:readOnly="true">
      <xsd:simpleType>
        <xsd:restriction base="dms:Note"/>
      </xsd:simpleType>
    </xsd:element>
    <xsd:element name="Styletags_x0028_include1_x002d_3_x0029_" ma:index="28" nillable="true" ma:displayName="Style tags (include 1 - 3)" ma:format="Dropdown" ma:internalName="Styletags_x0028_include1_x002d_3_x0029_">
      <xsd:simpleType>
        <xsd:restriction base="dms:Text">
          <xsd:maxLength value="255"/>
        </xsd:restriction>
      </xsd:simpleType>
    </xsd:element>
    <xsd:element name="Vertical" ma:index="29" nillable="true" ma:displayName="Vertical" ma:format="Dropdown" ma:internalName="Vertical">
      <xsd:complexType>
        <xsd:complexContent>
          <xsd:extension base="dms:MultiChoice">
            <xsd:sequence>
              <xsd:element name="Value" maxOccurs="unbounded" minOccurs="0" nillable="true">
                <xsd:simpleType>
                  <xsd:restriction base="dms:Choice">
                    <xsd:enumeration value="Animals &amp; pets"/>
                    <xsd:enumeration value="Art &amp; design"/>
                    <xsd:enumeration value="Beauty"/>
                    <xsd:enumeration value="Business"/>
                    <xsd:enumeration value="Fashion"/>
                    <xsd:enumeration value="Floral &amp; garden"/>
                    <xsd:enumeration value="Food &amp; drink"/>
                    <xsd:enumeration value="General"/>
                    <xsd:enumeration value="Health &amp; fitness"/>
                  </xsd:restriction>
                </xsd:simpleType>
              </xsd:element>
            </xsd:sequence>
          </xsd:extension>
        </xsd:complexContent>
      </xsd:complexType>
    </xsd:element>
    <xsd:element name="Intent" ma:index="30" nillable="true" ma:displayName="Intent" ma:format="Dropdown" ma:internalName="Intent">
      <xsd:complexType>
        <xsd:complexContent>
          <xsd:extension base="dms:MultiChoice">
            <xsd:sequence>
              <xsd:element name="Value" maxOccurs="unbounded" minOccurs="0" nillable="true">
                <xsd:simpleType>
                  <xsd:restriction base="dms:Choice">
                    <xsd:enumeration value="About me"/>
                    <xsd:enumeration value="Activism"/>
                    <xsd:enumeration value="Announcement - event"/>
                    <xsd:enumeration value="Announcement - product"/>
                    <xsd:enumeration value="Business"/>
                    <xsd:enumeration value="Celebrate - holiday"/>
                    <xsd:enumeration value="Celebrate - life moments"/>
                    <xsd:enumeration value="Engagement post"/>
                    <xsd:enumeration value="Grand opening"/>
                    <xsd:enumeration value="Marketplace"/>
                    <xsd:enumeration value="Open house"/>
                    <xsd:enumeration value="Quote"/>
                    <xsd:enumeration value="Sale"/>
                    <xsd:enumeration value="Simple phrases"/>
                    <xsd:enumeration value="Subscribe"/>
                    <xsd:enumeration value="Choice 16"/>
                  </xsd:restriction>
                </xsd:simpleType>
              </xsd:element>
            </xsd:sequence>
          </xsd:extension>
        </xsd:complexContent>
      </xsd:complexType>
    </xsd:element>
    <xsd:element name="Thumbnail" ma:index="31" nillable="true" ma:displayName="Thumbnail" ma:format="Thumbnail" ma:internalName="Thumbnail">
      <xsd:simpleType>
        <xsd:restriction base="dms:Unknown"/>
      </xsd:simpleType>
    </xsd:element>
    <xsd:element name="MediaServiceBillingMetadata" ma:index="32"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6051309a-75b7-4c22-93ea-c24616af8dd0}" ma:internalName="TaxCatchAll" ma:showField="CatchAllData" ma:web="543e3375-4853-4ccc-a3e2-1512ebb9cffd">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543e3375-4853-4ccc-a3e2-1512ebb9cffd"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2185BFC-6E97-4C88-9034-F2A7ED1C005E}">
  <ds:schemaRefs>
    <ds:schemaRef ds:uri="http://purl.org/dc/terms/"/>
    <ds:schemaRef ds:uri="http://purl.org/dc/elements/1.1/"/>
    <ds:schemaRef ds:uri="http://schemas.microsoft.com/office/2006/documentManagement/types"/>
    <ds:schemaRef ds:uri="http://www.w3.org/XML/1998/namespace"/>
    <ds:schemaRef ds:uri="71af3243-3dd4-4a8d-8c0d-dd76da1f02a5"/>
    <ds:schemaRef ds:uri="230e9df3-be65-4c73-a93b-d1236ebd677e"/>
    <ds:schemaRef ds:uri="16c05727-aa75-4e4a-9b5f-8a80a1165891"/>
    <ds:schemaRef ds:uri="http://schemas.openxmlformats.org/package/2006/metadata/core-properties"/>
    <ds:schemaRef ds:uri="http://schemas.microsoft.com/office/2006/metadata/properties"/>
    <ds:schemaRef ds:uri="http://schemas.microsoft.com/office/infopath/2007/PartnerControls"/>
    <ds:schemaRef ds:uri="http://schemas.microsoft.com/sharepoint/v3"/>
    <ds:schemaRef ds:uri="http://purl.org/dc/dcmitype/"/>
    <ds:schemaRef ds:uri="9e626b82-2e62-4b56-b4f0-2eb243f478f4"/>
  </ds:schemaRefs>
</ds:datastoreItem>
</file>

<file path=customXml/itemProps2.xml><?xml version="1.0" encoding="utf-8"?>
<ds:datastoreItem xmlns:ds="http://schemas.openxmlformats.org/officeDocument/2006/customXml" ds:itemID="{43DC23A5-48FA-4301-A91C-6E704C9A711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9e626b82-2e62-4b56-b4f0-2eb243f478f4"/>
    <ds:schemaRef ds:uri="230e9df3-be65-4c73-a93b-d1236ebd677e"/>
    <ds:schemaRef ds:uri="543e3375-4853-4ccc-a3e2-1512ebb9cff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81A4212-02C6-475D-B332-DC5017D04534}">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10086</TotalTime>
  <Words>4</Words>
  <Application>Microsoft Office PowerPoint</Application>
  <PresentationFormat>Widescreen</PresentationFormat>
  <Paragraphs>2</Paragraphs>
  <Slides>7</Slides>
  <Notes>7</Notes>
  <HiddenSlides>0</HiddenSlides>
  <MMClips>0</MMClips>
  <ScaleCrop>false</ScaleCrop>
  <HeadingPairs>
    <vt:vector size="4" baseType="variant">
      <vt:variant>
        <vt:lpstr>Tema</vt:lpstr>
      </vt:variant>
      <vt:variant>
        <vt:i4>1</vt:i4>
      </vt:variant>
      <vt:variant>
        <vt:lpstr>Títulos de slides</vt:lpstr>
      </vt:variant>
      <vt:variant>
        <vt:i4>7</vt:i4>
      </vt:variant>
    </vt:vector>
  </HeadingPairs>
  <TitlesOfParts>
    <vt:vector size="8" baseType="lpstr">
      <vt:lpstr>Academia clássica</vt:lpstr>
      <vt:lpstr>Segurança de Dados e Sigilo  (LGPD) – Aula 06</vt:lpstr>
      <vt:lpstr>O Guardião Digital: Sigilo e LGPD no CRAS</vt:lpstr>
      <vt:lpstr>O Peso do Dado Social</vt:lpstr>
      <vt:lpstr>LGPD na Prática</vt:lpstr>
      <vt:lpstr>As Portas Abertas (Riscos Comuns)</vt:lpstr>
      <vt:lpstr>O Escudo Digital (Boas Práticas)</vt:lpstr>
      <vt:lpstr>O Compromisso Digital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18</cp:revision>
  <dcterms:created xsi:type="dcterms:W3CDTF">2024-06-26T20:20:27Z</dcterms:created>
  <dcterms:modified xsi:type="dcterms:W3CDTF">2026-02-24T18:04:22Z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0x010100F70BD21B179B1749B10B6700D890B8C6</vt:lpwstr>
  </property>
  <property fmtid="{D5CDD505-2E9C-101B-9397-08002B2CF9AE}" pid="3" name="MediaServiceImageTags">
    <vt:lpwstr/>
  </property>
</Properties>
</file>